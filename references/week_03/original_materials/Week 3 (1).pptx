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30"/>
  </p:notesMasterIdLst>
  <p:handoutMasterIdLst>
    <p:handoutMasterId r:id="rId31"/>
  </p:handoutMasterIdLst>
  <p:sldIdLst>
    <p:sldId id="256" r:id="rId4"/>
    <p:sldId id="294" r:id="rId5"/>
    <p:sldId id="286" r:id="rId6"/>
    <p:sldId id="287" r:id="rId7"/>
    <p:sldId id="288" r:id="rId8"/>
    <p:sldId id="289" r:id="rId9"/>
    <p:sldId id="290" r:id="rId10"/>
    <p:sldId id="291" r:id="rId11"/>
    <p:sldId id="30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292" r:id="rId20"/>
    <p:sldId id="302" r:id="rId21"/>
    <p:sldId id="303" r:id="rId22"/>
    <p:sldId id="305" r:id="rId23"/>
    <p:sldId id="306" r:id="rId24"/>
    <p:sldId id="307" r:id="rId25"/>
    <p:sldId id="308" r:id="rId26"/>
    <p:sldId id="309" r:id="rId27"/>
    <p:sldId id="293" r:id="rId28"/>
    <p:sldId id="310" r:id="rId29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9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A8E92B-C997-42EB-A757-2183C005B99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EB39D-7A17-45BF-8ED2-DC740C5CE31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2CAC4-D603-4AEB-9CEC-E1A7ED7F294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F8A90-9D9F-4728-8560-7EE1C1A608C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712201E-B84D-4362-9214-8743B397AB3A}" type="slidenum">
              <a:t>‹#›</a:t>
            </a:fld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7286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22:12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2997 6126 0,'11'0'156,"0"0"-124,0 0-17,33 0 16,11 0 1,-23-11-1,1 11 0,11 0-15,11 0-1,-12 0 1,-10 0 0,-22 0-1,11 0 1,-11 0 0,55-22-1,-12 22 1,23 0-1,-33 0 1,-12 0 0,-10 0-1,0 0 1,-11 0 0,0 0-1,44-11 1,-1 11-1,1 0 1,0 0 15,-33 0-15,0 0 0,-11 0-1,21 0 1,23 0-1,0 0 1,32 0 0,12 0-1,-34 0 1,-32 0 0,11 0-1,32 0 1,-10 0-1,11 11 1,21 0 0,-76 0 15,-11-11-15</inkml:trace>
  <inkml:trace contextRef="#ctx0" brushRef="#br0" timeOffset="16471.62">5273 6038 0,'10'0'47,"1"0"-32,11 0 126,-11 0-125,0 0 15,0 0-16,0 0 1,0 0 0,0 0-1,0 0 1,11 0 0,-11 0-1,0 0 16</inkml:trace>
  <inkml:trace contextRef="#ctx0" brushRef="#br0" timeOffset="22767.72">5732 6060 0,'11'0'78,"0"0"-63,11 0 1,-11 0 0,32 0 15,1 0 0,-33 0 0</inkml:trace>
  <inkml:trace contextRef="#ctx0" brushRef="#br0" timeOffset="24334.7">16113 6115 0,'11'0'16,"0"0"15,0 0-15,0 0-16,0 0 15,0 0 1,54 0 46,12 0-15,-55 0-16,0 0 1</inkml:trace>
  <inkml:trace contextRef="#ctx0" brushRef="#br0" timeOffset="26881.1">6235 6049 0,'33'0'47,"33"0"-47,21 0 15,-43 0-15,0 0 16,43 0-1,132 0 17,317 0-1,-197 0 16,-328 0-16</inkml:trace>
  <inkml:trace contextRef="#ctx0" brushRef="#br0" timeOffset="27543.45">8368 6126 0,'22'0'31,"0"0"-31,22 0 16,10 0-16,56-11 15,21-11-15,230 11 16,197-22 31,-361 33-32,-175 0 17</inkml:trace>
  <inkml:trace contextRef="#ctx0" brushRef="#br0" timeOffset="28296.37">11223 6126 0,'22'0'31,"0"0"-15,22 0-16,11 0 16,130-11-1,176 0 16,-196 11-15,-34-11 31,0 11-16,-54-11 0,-66 11-15,0 0 0</inkml:trace>
  <inkml:trace contextRef="#ctx0" brushRef="#br0" timeOffset="29255.04">13149 6104 0,'0'0'0,"32"0"16,1 0 0,22 0-16,645 11 78,-252-11-31,-65 11-16,-76 0 0,-275-11-15,-21 0-1,0 0 1,11 0 15,0 0-15,0 0 0,-11 0-1,11 0 1,0 0-1,21 0 1,34 0 0,-22 0-1,-23 0 1,-10 0 0,-11 0 46,0-11-46,11 11-16,-11 0 15</inkml:trace>
  <inkml:trace contextRef="#ctx0" brushRef="#br0" timeOffset="54223.68">9659 8565 0,'11'0'31,"0"0"-15,22 0-16,-11 0 15,142 33 17,-11-22-1,-109-11 0,32 0 0,66-33 1,-76 22-17,-33-11 1,0 11 0,-22 0-16,10-11 31,-10 0-16,0 11 1,0 1 0,0-12-1,11 0 1,0-22 0,0 22-1,-22-22 1,0 22-1,0-32 1,-22 21 0,-22-11-1,22 22 1,0-21 15,-10-1-31,10 11 31,0 22-15,-22-44 0,33 55-1,-22-21 1,1-1 0,-1 22-1,11-22 1,11 22-1,-22-11 1,0 0 0,11 11-1,-32 0 1,10-11 0,11 0-1,11 11 1,0-11 15,-10 0-15,10 11-1,0 0 1,0 0 0,0 0-1,0 0 1,11 0-1,0 0 17,0 0-17,0 0 17,0 0-17,1 0 16,-1 0-15,0 0-16,-33 0 16,22 11-1,0-11 1,22 11 0,-22 0-1,11 0 1,-11 22-1,12-11 1,10-11 0,-11-1-1,11 12 1,0-11 0,-11 0 15,11 22-16,0-22 1,0 0 0,0 0-1,0 11 1,0 0 0,0-11-1,0 10 1,0-10-1,0 0 1,0 11 0,0-11-1,0 0 1,11 0 0,-11 0-1,0 11 16,0-11-15,11 0 0,-1 0-1,-10 0 1,11 10 0,0 12-1,0-11 1,0-11-1,0 0 1,0 22 0,0-22-1,-11 0 1,11 11 0,-11-11-1,11-1 16,-11 1-15,11 11 0,0 33-1,0-44 1,0 11 0,-11-11-1,11 11 1,0-11 15</inkml:trace>
  <inkml:trace contextRef="#ctx0" brushRef="#br0" timeOffset="95295.42">10830 9462 0,'10'0'219,"1"0"-203,0 0 31,0 0 46,0 0-77,0 0 0,0 0 31,0 0-16,0 0-16,0 0 32</inkml:trace>
  <inkml:trace contextRef="#ctx0" brushRef="#br0" timeOffset="96358.98">11344 9538 0,'11'0'15,"0"0"-15,-1 0 16,12 0-16,-11 0 15,0 0-15,11 0 16,-11 0 0,0 0-16,0 0 31,22 0 0,-22 0 0,0 0 94</inkml:trace>
  <inkml:trace contextRef="#ctx0" brushRef="#br0" timeOffset="105344.24">11136 9462 0,'11'0'141,"0"0"-125,0 0-1,10 0 1,-10 0-1,0 0-15,0 0 16,0 0-16,0 0 109,0 0-93,0 0 0,-22 0 109,-11 0-125,0 0 15,11 0 1,-10 0 0,10 0 15,0 0-16,0 0 17,0 0-17,0 0 17,0 0-17,0 0 1,0 0-1,0 0 1,0 0 0,-11 0-1,33 0 313,11 0-328,-11 0 16,0 0 31,0 0-31</inkml:trace>
  <inkml:trace contextRef="#ctx0" brushRef="#br0" timeOffset="109735.68">13542 9506 0,'33'0'94,"0"0"-78,0 0-16,0 0 15,218-44 48,-43 33-32,44 11 0,-110 0 0,-131 0 1,0 0-17</inkml:trace>
  <inkml:trace contextRef="#ctx0" brushRef="#br0" timeOffset="116104.45">11092 11037 0,'22'0'32,"-11"0"-17,0 0 17,-33 0 155,0 0-171,0 0-16,11 0 15,-22 0 1,22 0 0,-10 0-1,10 0 1</inkml:trace>
  <inkml:trace contextRef="#ctx0" brushRef="#br0" timeOffset="124207.25">13389 11092 0,'0'-11'110,"22"11"-110,11 0 15,0-11 1,65 11-1,-21 0-15,43 0 16,143 0 0,448 11 46,-438 0-15,-240-11-47,11 0 31,54 11 1,-43 0-1,-22-11-16</inkml:trace>
  <inkml:trace contextRef="#ctx0" brushRef="#br0" timeOffset="138183.84">10840 13236 0,'11'0'16,"0"0"0,33 0-1,-22 0 1,-11 0 15,0 0-15,0 0-16,54 0 47,12 0-16,10 0 0,-10 11 0,-55 0-15,-11-11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26:02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4966 6049 0,'11'0'16,"0"0"0,11 0-16,0 0 15,-11 0 16,0 0-31,0 0 16,0 0 15,21 22 1,45-22-1,-55 0-31,44 0 31,-45 0-15</inkml:trace>
  <inkml:trace contextRef="#ctx0" brushRef="#br0" timeOffset="822.83">5666 6169 0,'66'0'31,"-55"0"-31,22 0 16,-11 0-16,-1 0 15,12 0-15,0 11 16,77 0 15,-1 0-15,-11-11 15,1 0 16,-12 0-16,-43 0-15,-11 0 0,0 0-1,-22 0 1,0 0-1</inkml:trace>
  <inkml:trace contextRef="#ctx0" brushRef="#br0" timeOffset="9310.7">5754 4769 0,'-11'0'15,"0"0"-15,0 0 16,0 0-16,-11 0 15,0 0 1,11 0-16,-10 0 16,10 0-1,-11 0 17,-33 11-1,0 66 16,44 32-16,0-76-15,11-11-1,33 0 1,11-22-1,22 0 1,-23 0 0,-10 0-1,22 0 1,11-11 0,-23-11-16,56-11 15,-45 0 1,-10 0 15,-22-21-15,-22 32-1,0-33 1,-44 11 0,1 1-1,-1 10 1,22 22-1,0 0 1</inkml:trace>
  <inkml:trace contextRef="#ctx0" brushRef="#br0" timeOffset="10213.44">7953 4769 0,'0'22'63,"11"44"-47,-1-1-16,-10-43 15,0-11-15,11 33 78</inkml:trace>
  <inkml:trace contextRef="#ctx0" brushRef="#br0" timeOffset="11764.35">10370 4736 0,'-11'0'16,"0"0"0,22-21 77,22 21-93,0-22 16,0 11-16,109-11 78,-44 197-31,-109-88-16,-43-43 0,43-33-15,0-11 0,0 0-1,22 0 79,0 0-94,11 0 16,32-22-16,-21 11 15,33 11 1,-23 0 0,1 0-1,-22 0 1,-11 0-1</inkml:trace>
  <inkml:trace contextRef="#ctx0" brushRef="#br0" timeOffset="13631">13203 4736 0,'22'0'94,"0"0"-78,-11 0-16,11 0 15,65-11 1,-54 11 15,22 33 16,-44 44-16,-55-12 1,-11-43-17,23-11 1,21-11 0,22 0 77,-1 0-77,12 0-16,-11 11 16,11-11-16,-11 11 15,0 0 1,-11 22-1,0-11 1,-22 22 0,-22-12-1,-21-10 1,10-22 0,22 0-1,0 11 1,12-11-1,-12 0 1,11 0 0,0 0-1,22-11 1</inkml:trace>
  <inkml:trace contextRef="#ctx0" brushRef="#br0" timeOffset="19375.41">25017 6005 0,'22'0'109,"-11"0"-93,120 0-1,-10 0 1,130-11 15,-43 11 16,-88 0-16,-21 0 1,-77 0-32,11 0 15,-23 0 1,12 0-1,-11 0 95</inkml:trace>
  <inkml:trace contextRef="#ctx0" brushRef="#br0" timeOffset="21214.8">5743 6333 0,'44'0'110,"43"0"-110,1 0 15,-12 0-15,635 33 63,-558-33-1</inkml:trace>
  <inkml:trace contextRef="#ctx0" brushRef="#br0" timeOffset="32714.62">3993 10118 0,'0'0'0,"11"0"16,0 0 0,0 0-1,-1 0 1,1 0-1,-22 0 64,-43 0-64,-34 0 16,44 0 1,55-11 15,0 11-32,11 0 1,22-11-1,-22 0 1,0 11 0,-11 0 171,0 0-187,0 0 16,10 0-16,-10 0 15,0 0 1,-33 0 62,-10 0-62,-1 0-16,11 0 15,0 0-15,11 0 16,22 11 78,33 0-79,11 0-15,-45-11 16,12 0 0,0 11 15,-11 0-15</inkml:trace>
  <inkml:trace contextRef="#ctx0" brushRef="#br0" timeOffset="34376.87">4474 10184 0,'22'0'62,"-11"0"-46,22 11-16,-1-11 15,1 0-15,306 22 94,-142-22-47,-175 0-47,22 0 31,-33 0 0,11 0-15,0 0 15,-11 0-15,10 0 0,-10-11-1,0 11 16,0 0-15,0 0 0,0 0 15,0 0-31,0 0 62,0 0-30</inkml:trace>
  <inkml:trace contextRef="#ctx0" brushRef="#br0" timeOffset="37383.41">5951 10184 0,'22'0'31,"10"-11"-15,12 11-16,-11 0 15,11 0-15,21 0 16,-32 0-16,55 0 47,-23 0-32,56 0 17,-1 22-1,-54-11 0,-34-11-15,-21 11-1,33-11 1,0 0 15,22 0-15,-23 0 0,-21 0-1,22 0 1,-33 0-1,0 0 1,11 0 0,0 0-1,-1 11 1,23-1 0,-11-10-1,-22 0-15,11 11 16,-11-11-1,0 0 95,0 0-79,0 0-15,0 0-1,-1 0 1,1 0-16,0 0 16,0 0-16,0 0 15,0 0 1,0 0-1,0 0 48</inkml:trace>
  <inkml:trace contextRef="#ctx0" brushRef="#br0" timeOffset="41736.4">25247 10282 0,'11'0'32,"0"-11"-17,11 11-15,-11 0 16,11-11 0,65 0-1,88-10 16,-33 21 1,-109 0-32,109 0 31,0-11 0,-10 11 0,-67 0-15,-32 0 0,0 0-1,-11 0 1,0 0 0,43 0 15,-32 0-16,0 11 1,-11-11 0,0 0 15,0 0-15,0 0-1,-11 0 1,-1 0-1,12 0 1,-11 0 0,22 0-1,-11 0 1,-11 0 15</inkml:trace>
  <inkml:trace contextRef="#ctx0" brushRef="#br0" timeOffset="45476.37">15697 9276 0,'-11'0'16,"0"0"-1,0 0 17,1 0-1,-23 66 0,22 10 0,0-21 1,22-22-1,54-1-16,12 1 1,-33-22-16,21 0 16,-10 11 15,-33-22-15,-11 0-1,11-11 1,-11-22-1,-11 0 1,0-32 0,-11 10-1,-33 11 1,22 33 0,0 0-1,-11 11 1,1-10-1,10 10 1,11 0 0,-11-11 15,11 0-15</inkml:trace>
  <inkml:trace contextRef="#ctx0" brushRef="#br0" timeOffset="46351.18">17852 9210 0,'0'22'62,"-22"22"-62,-21 98 31,21-109-15,22 11 31</inkml:trace>
  <inkml:trace contextRef="#ctx0" brushRef="#br0" timeOffset="47511.1">19526 9265 0,'11'0'47,"0"-11"-31,0 0-16,22-11 15,10-11 1,-21 12-16,88-12 31,-1 33 0,-65 76 16,-33 23-15,-55-56-17,0 1 1,11-33-1,22-11 1,11 22 78,88 22-79,-55-44 1,32 0 0,1 0-1,-33 0 1,-11 0 0,-11-11-1,32 11 1,56-22-1,-44 11-15</inkml:trace>
  <inkml:trace contextRef="#ctx0" brushRef="#br0" timeOffset="48511.81">22064 9232 0,'0'0'0,"22"-11"78,10 11-78,12-11 15,33 0 1,32 0 0,-87 11-16,11 0 15,-33 22 32,0 0-31,-22 22-1,-11-22 1,-22 0 0,45-22-1,20 11 32,34 10-47,11 1 16,0 0-16,43 33 15,-54-11 1,-11-12 0,-33-21-1,-22 11 1,-33-11-1,11 0 17,22-11-17,11 0 1,1 0 0,-12 0-1,11 0 1,0 0-1</inkml:trace>
  <inkml:trace contextRef="#ctx0" brushRef="#br0" timeOffset="50175.18">26078 9451 0,'-11'0'62,"0"0"-46,0 0-1,1 0 32,-1 0 31,0 0-62,-11 0 0,0-11-16,-11-33 31,11 11-31,-22-10 31,12-23-15,-12 11-1,22 23 1,11-1 0,0 33-16,11-22 15,-11 22 63,0 11 32,-11 0-110,11 22 15,-10-12-15,-12 1 16,0 22 0,11-22-1,0 11 1,0-22-1,33 0 32,0-11-31,0 0-16,0 0 16,11 0-1,0 0-15,0 0 31,21 0-15,34-22 0,-44-11-1,22 0 1,-12 11 0,-21 0-1,-11 22 1,-11-11-1,11 11 32,-22 22 78,0-22-125</inkml:trace>
  <inkml:trace contextRef="#ctx0" brushRef="#br0" timeOffset="84839.02">13389 13400 0,'11'0'47,"0"0"-32,0 0 16,11 0 1,0 0 15,11 0-16,-22 0 0,10 0-15,-10 0-1,0 0 1,0 0 0,0 0 30</inkml:trace>
  <inkml:trace contextRef="#ctx0" brushRef="#br0" timeOffset="87088.57">14264 13520 0,'22'0'78,"-11"0"-62,11 0 0,44-11 31,21 11-16,-65-11-31,87 0 47,12 11-16,-67-11-15,1 11-1,-11 0 1,11 0-1,21 0 1,-10 0 0,43 0-1,-43 0 1,-11 0 0,-12 0-1,12 0 1,-11 0-1,-1 0 17,12 0-17,-11 0 1,0 0 0,-1 0-1,1 0 1,-22 0-1,22 0 1,-11 0 0,-11 0-1,-12 0 32,1 0-16,0 0-15,0 0 0,33 0-1,-33 0-15,0 0 16,0 0 0,0 0-1,0 0 32</inkml:trace>
  <inkml:trace contextRef="#ctx0" brushRef="#br0" timeOffset="90263.4">11256 13651 0,'0'0'0,"-11"0"0,0 0 16,0 0-16,0 0 15,-11 0 1,12 0 0,-1 22-16,-44-11 31,-87 22 16,76-11-16,44 11 0,22 65 1,22-76-32,77 55 15,-34-34 16,34 1-15,-34-33 0,-21 0-1,-11-11 1,-22 0 0,11 0-1,21-44 1,-21 0-1,11 1 1,-33-34 0,0 33-1,-11 12 1,-11 10 0,-11 0-1,-10 0 16,-12 0-15,11-11 0,11 22-1,1 0 1,10 11 0,11 0-1,0 0 1</inkml:trace>
  <inkml:trace contextRef="#ctx0" brushRef="#br0" timeOffset="91148.2">13520 13761 0,'0'0'0,"0"33"15,0-1-15,0-21 16,0 0-16,0 22 15,0-22-15,0 55 47,0-34-47,0 45 32,-10-22 14</inkml:trace>
  <inkml:trace contextRef="#ctx0" brushRef="#br0" timeOffset="92495.34">15457 13750 0,'0'0'0,"22"-11"16,-1 11-1,-10 0 1,0 0-16,22 0 15,-11 0-15,0 11 16,-11 11-16,87 76 94,-98-21-63,-87 54 0,-1-33 1,99-98 93,0 0-110,11 0-15,22 0 16,32 0-1,-43-11 1,0 11-16,0-21 16,-22 21-1,0 0 32,0 0-31,0 0-1</inkml:trace>
  <inkml:trace contextRef="#ctx0" brushRef="#br0" timeOffset="93799.65">18093 13728 0,'11'0'109,"11"0"-109,21 0 16,-10 0-16,55 22 47,-77-22-47,22 54 31,-77 34 0,-87-33 0,120-55 1,11 11 30,32 10-62,-21-21 16,44 33-1,-44-22 1,11 11 0,-22 0-1,0-11 1,0 22-1,-33-11 1,-11-11 0,-10-1-1,10-10 1,22 11 0,0-11-1,11 0 1</inkml:trace>
  <inkml:trace contextRef="#ctx0" brushRef="#br0" timeOffset="95839.62">20762 14100 0,'-11'0'93,"0"-11"-93,-11-22 16,22 11-16,-43-120 47,21 44-16,11 65 0,11 22 1,-11 0-1,11 0 47,-11 11-62,0 0 30,0 22-30,-11 11-16,11-22 16,-11 21-16,11-10 15,-32 22 1,21 0 0,0-11-1,22-12 1,11-10 109,0-11-78,0 0-32,0 0 1,-1 0 0,1 0-1,22 0-15,-11-11 16,33 0-1,10-21 17,-32 10-17,0 11 1,-11 0 0,-11 11-1,0-11 32,11 11-16,-11 0-15,0 0 0,0 0-1,-1 11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28:14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5043 6355 0,'0'0'0,"11"0"15,0 0 1,0 0 15,0 0 188,21 0-204,1 0-15,-22 0 16,0 0 0,0 0-1,0 0 32,-33 0 63,11 0-95,0 0-15,0 0 16,-11 0-16,11 0 15,1 0-15,-12 0 16,11 0 0,0 0-1,-11 0 17,33 0 93,0 0-125,11 0 15,0 0-15,-12 0 16,12 0-16,-11 0 15,11 0 1,-11 0 0,-33 0 93,11 11-93,0-11-16,-11 0 15,12 0-15,20 0 157,1 0-157,22 0 15,-22 0 1,0 0-1,0 0 17,-22 0 77,-11 0-93,55 0 140,-22 0-140,0 0-16,0 0 15,0 0-15,0 0 16,11 0 15,-33 0 63,0 0-94,-22 0 15,22 0-15,-22 0 16,0 0 0,1 0-1,10 0-15,11 0 16,0 0 0,33 0 62,0 0-63,-1 0 1,-10 0 15</inkml:trace>
  <inkml:trace contextRef="#ctx0" brushRef="#br0" timeOffset="63351.49">6979 6312 0,'11'0'31,"22"0"-15,-22 0-16,0 0 15,11 0-15,-12 0 16,176 0 47,-11 21-32,-32-10 0,10 0 16,-109-11-31,10 0-1,12 0 1,54 11-1,11 11 1,-10-22 0,-23 0-1,-32 0 1,0 0 0,-56 0-1</inkml:trace>
  <inkml:trace contextRef="#ctx0" brushRef="#br0" timeOffset="69712.59">18651 4627 0,'0'0'0,"-11"0"0,0 0 15,0 0 1,0 0-1,0 0-15,0 0 16,-33 11 62,12 87-31,21-43-16,33 0 1,-12-33-17,12-11 1,0-11-1,0 11 1,0-11 15,0 10-31,0-10 32,11 0-17,-1 0 1,1 0-1,-22 0-15,11-10 16,-11 10 15,0-22-15,0 0 0,-11 0-1,0 0 1,0-11-1,-11 11 17,11 11-32,0 0 15,-11 1 17,-11-1-17,11-11 1,0 22-1,0-11 1</inkml:trace>
  <inkml:trace contextRef="#ctx0" brushRef="#br0" timeOffset="70576.43">21134 4682 0,'0'33'32,"0"-1"-17,0-10-15,11 33 32,22 43-1,-22-32-16,11-11 17,-22-44 15</inkml:trace>
  <inkml:trace contextRef="#ctx0" brushRef="#br0" timeOffset="72295.92">23059 4616 0,'33'-22'109,"-11"22"-109,11-11 16,32-11 15,23 22 1,-55 0-1,-11 33 0,21 33 0,-43-44-15,0 0 0,0-1-1,-11 23 1,-11-11-1,-10 0 17,-12 0-17,11-11 1,0-1 0,11-10-1,1 11 1,42-22 140,1 0-156,11 0 16,11 0-16,-11 11 15,-1-11 1,12 22 0,0-22-1,-11 11 1,54 11-1,-65-22-15,0 0 16,0 0 0</inkml:trace>
  <inkml:trace contextRef="#ctx0" brushRef="#br0" timeOffset="77349.37">6782 4890 0,'-22'0'78,"0"0"-78,11 0 15,0 0-15,-43 21 32,-1 23-1,44 33 0,33 21 0,87-43 1,-76-55-17,-22 0-15,11 0 16,11 0 15,0-33-15,-11-33-1,-11 45 1,-11-34 0,10 11-1,-10 33 1,0 0 0,-10 0-1,-23 0 1,11 11-16</inkml:trace>
  <inkml:trace contextRef="#ctx0" brushRef="#br0" timeOffset="78015.98">8784 4846 0,'11'11'31,"22"87"-31,10 44 16,-32-87-1,22 33 1,-22-77 15</inkml:trace>
  <inkml:trace contextRef="#ctx0" brushRef="#br0" timeOffset="78983.89">11267 4813 0,'22'0'15,"-11"0"-15,0 0 16,0 0-16,22 0 15,-1 11-15,34 11 16,-44-22-16,11 22 16,-11-22-1,-22 109 48,-77-11-32,33-65 0,33-22 1,22-11 30,22 0-46,22 0-16,21 11 15,23 0-15,65-11 32,-33 22-17,-54-11 1,-44-11-16,-1 0 15,1 0-15</inkml:trace>
  <inkml:trace contextRef="#ctx0" brushRef="#br0" timeOffset="79856.78">13586 4747 0,'11'0'78,"0"0"-62,11 0-16,22 0 16,21 0-1,198 22 1,-44 22-1,-143-33 1,-76 0 15,-22 11-15,-43 11-16,-34 10 16,23-10-1,65-22 1,43 33 46,-21-22-46,11-11 0,22 43-1,-22-21 1,-22-22-1,-11 11 1,-22 0-16,-43 0 16,10-22-1,33 11 1,22-11 31,0 0-16</inkml:trace>
  <inkml:trace contextRef="#ctx0" brushRef="#br0" timeOffset="111294.08">7843 8806 0,'0'10'109,"-11"12"-109,-11-11 16,-21 33 0,21 11 15,11-33-31,11 43 31,120 45 0,55-12 1,-98-76-1,-34-22-15,-10 0-1,0 0 1,-22-22-1,0-54 1,-11 32 0,-44-33-1,22 33 1,-21 23 0,-1-1-1,0 0 1,11 11-1,0 0 17,1 0-17,-1 11 1,0-22-16</inkml:trace>
  <inkml:trace contextRef="#ctx0" brushRef="#br0" timeOffset="112012.16">10064 8849 0,'0'0'0,"0"22"16,22 44-1,-11-33 1,-11-1-16,0 1 16,0-22-16,0 11 15,0 0 48</inkml:trace>
  <inkml:trace contextRef="#ctx0" brushRef="#br0" timeOffset="113612.5">12799 8827 0,'0'0'0,"43"0"16,-32 0 0,11 0-1,-11 0 1,0 11-16,0 0 15,-88 175 64,-109-44-33,143-120-14,32-22-1,33 0 16,-1 0-32,12 0-15,66 0 32,-23 0-17,-21 0 1,-22-11 0,-22 11-1,0 0 1,-11-11-1</inkml:trace>
  <inkml:trace contextRef="#ctx0" brushRef="#br0" timeOffset="115759.55">14953 8827 0,'22'0'94,"0"0"-94,11 0 15,55 0 17,-67 0-17,-53 0 79,-78 22-78,66-11-1,34-11 1,20 33 62,34 0-78,-11-11 16,-11 11-16,-11-23 15,22 12-15,-11 0 31,-22-11-15,10 0 0,-10 0-1,0 11 1,-10-11 15,-1-11-15,0 0-16,-22 0 15,22 0 1,0 0-16,-11 0 16,0 0-1,11 0 1,0 0 0,0 0 30,0 0-30</inkml:trace>
  <inkml:trace contextRef="#ctx0" brushRef="#br0" timeOffset="116927.24">15118 8795 0,'-11'0'140,"-22"0"-124,11 0-16,11 0 15,-33 0 1,22 0 15,11 0 1,-10 0 14,10 0-14</inkml:trace>
  <inkml:trace contextRef="#ctx0" brushRef="#br0" timeOffset="144110.9">6946 10392 0,'11'-11'47,"33"0"-31,11 0-16,-12 11 15,23-22-15,120 11 31,66 0 1,152 11-1,23 0 0,-176-11 16,-152 11-31,-33 0-16,-12 0 15,165 0 1,-88 0 0,-21 0-1,-45 0 1,1 0-1,-11 0 1,-23 0 0,1 0-1,33 0 1,76 0 0,22 0-1,-33 0 16,-43 0-15,-77 0 0,11 0 15,22 0-15,10 0-1,-21 0 1,-22 0-1</inkml:trace>
  <inkml:trace contextRef="#ctx0" brushRef="#br0" timeOffset="147524.34">20806 8784 0,'-11'11'109,"-11"0"-93,0 10-1,0-21-15,-98 66 32,109-44-32,0-11 31,-11 33-15,22-1 15,44 12 0,0-33-15,21-11-1,-10 0 1,0-11 15,-23-11-15,-10-33-1,-11 0 1,0-43 0,-11 54-1,-33-22 1,-10 23 0,-23-12-1,33 33 1,0 0-1,22 11 1</inkml:trace>
  <inkml:trace contextRef="#ctx0" brushRef="#br0" timeOffset="148154.1">23059 8631 0,'-22'109'32,"11"-43"-32,0-1 15,11-32-15,-11 0 16,11-22-16,0 11 15</inkml:trace>
  <inkml:trace contextRef="#ctx0" brushRef="#br0" timeOffset="149027.49">24230 8565 0,'11'0'16,"10"-22"-16,-10 0 15,99-22 1,-12 12-16,1 21 15,-12 0-15,1 11 16,229-22 47,-306 98-32,-77 143 0,55-197 16,22-22 62,55 11-109,10-11 16,45 11-16,-34-11 16,-32 22-16,22-11 15,-67 0 16,-10 0-15,22-11 0,-11 11-16,22-11 15</inkml:trace>
  <inkml:trace contextRef="#ctx0" brushRef="#br0" timeOffset="160599.41">19887 10260 0,'33'0'156,"32"0"-156,1 0 16,0 0-16,32 0 15,712 22 48,-449-11-32,-44 11 0,-175-22 16,-76 0-31,21 0 0,-54 0-1,22 0 1,-44 0-1,10 0 1,-10 0 0,0 0-1,0 0 48</inkml:trace>
  <inkml:trace contextRef="#ctx0" brushRef="#br0" timeOffset="162855.74">4299 10282 0,'11'0'125,"11"0"-125,22 0 0,65 0 31,296-11 0,-132 0 1,-142 11-1,-10-11 16,-67 11-47,1 0 31,-33 0-15,-11 0-1,0 0 32,0 0-31,0 0-1,11 0 1,0 0-16,21 0 16,-10 0-1,11 0 1,-22 0 0,-11 0-1,0 0 63,32 0-78,-10 11 16,-11-11-16,0 11 16,0-11-1</inkml:trace>
  <inkml:trace contextRef="#ctx0" brushRef="#br0" timeOffset="178751.48">7143 12831 0,'-11'0'47,"-11"0"-31,0 0 0,1 0-1,-23 0 16,-22 33 1,-10 76 15,87 11-16,65-65-16,33-33 1,-21-22 0,-44 0-16,-11 0 15,43 0 1,-10-44 0,-1 1-1,-43-1 1,11-22-1,-33 1 1,11 21 0,-11 11 15,-11 0-15,0 11-1,-33 11 1,1 0-1,-23 11 1,44 0-16</inkml:trace>
  <inkml:trace contextRef="#ctx0" brushRef="#br0" timeOffset="179551.94">9276 12820 0,'0'22'31,"22"33"-15,-22-23-16,0-10 15,0 11-15,0 0 31,-11-22 16</inkml:trace>
  <inkml:trace contextRef="#ctx0" brushRef="#br0" timeOffset="180785.94">11431 12722 0,'11'0'125,"0"0"-109,11-33-16,33 11 15,-44 22-15,54-22 32,23-11 14,-56 121-14,-75 87-1,-132-33 0,120-98-15,66-44 62,22 0-62,11-11-16,10 11 15,34-11 1,-34 11-1,12 0 1,33 11 0,-23 11-1,-32-22-15</inkml:trace>
  <inkml:trace contextRef="#ctx0" brushRef="#br0" timeOffset="181787.31">13542 12667 0,'11'0'79,"33"0"-79,-11 0 15,43 0-15,274 55 78,-514 109-31,55-88-16,109-65 16,33 0-47,32 22 16,-21 0 0,-22-22-1,-11 11 1,-11 32-1,-11-21 17,-11 0-17,0-22 1,11 0 0,-10-11-16,-1 0 15,0 0 1,0 0-1,-11 0 1,11 0 0,11 0-1,0 0-15</inkml:trace>
  <inkml:trace contextRef="#ctx0" brushRef="#br0" timeOffset="187840.5">9976 14286 0,'22'0'47,"-11"0"-31,11 0-16,11 0 31,-44 0 156,0 0-171,0 0 0,0 0-16,0 0 15,-22 0 1,11 0-1,1 0 1,31 0 109,1 0-94</inkml:trace>
  <inkml:trace contextRef="#ctx0" brushRef="#br0" timeOffset="191111.46">19242 12503 0,'-11'0'31,"-11"0"-15,0 0 0,0 0-16,11 0 15,-164 131 63,175-11-31,131-65-16,11-11 1,-109-44-32,11 0 15,0 0 1,-11-44 0,-12-22-1,-10-21 16,-11-1-15,0 23 0,-21 43-1,-23-11 1,0 22 0,-22 0-1,12 0 1,10 11-1,22 0-15</inkml:trace>
  <inkml:trace contextRef="#ctx0" brushRef="#br0" timeOffset="191661.49">21386 12382 0,'0'11'32,"43"44"-32,-10 22 15,-11 21-15,0-43 16,-11-1-16,0-10 15,-11-22-15,0 0 16,0-11 0</inkml:trace>
  <inkml:trace contextRef="#ctx0" brushRef="#br0" timeOffset="192847.02">23333 12426 0,'22'0'109,"-12"-11"-109,12-22 16,44 1 15,-22 32-15,10 0 31,1 131-16,-88 88 0,11-187-15,1-10 0,10-11-1,0-11 1,22 0 78,10 0-94,1 0 15,11 11-15,0 0 16,11 0-16,43 0 31,-32 11-15,-11-11-1,-22-11 1,-11 0 0,65 0-1,55 0 1,-54 0-1</inkml:trace>
  <inkml:trace contextRef="#ctx0" brushRef="#br0" timeOffset="198286.9">3555 14461 0,'-11'0'31,"22"0"63,44 0-94,32 0 15,34 0-15,732 87 31,930-32 16,-1630-44-15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35:26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14680 5174 0,'11'0'94,"11"0"-79,0 0-15,11 0 31,21-11 1,-43 11-32,22 0 31</inkml:trace>
  <inkml:trace contextRef="#ctx0" brushRef="#br0" timeOffset="679.77">14943 5163 0,'10'0'47,"12"0"-32,-11 0 1,11 0 0,-11 0-1,0 0 16,0 0 1,0 0-1,0 0 0</inkml:trace>
  <inkml:trace contextRef="#ctx0" brushRef="#br0" timeOffset="1383.2">15150 5163 0,'11'0'47,"0"0"-31,0 0-16,11 0 31,22-22-15,11 22-1,-23-11 1,23 0 0,-22 11-1,0-11 1,-22 11 0</inkml:trace>
  <inkml:trace contextRef="#ctx0" brushRef="#br0" timeOffset="16967.12">2997 6322 0,'11'0'94,"0"0"-63,0 0-15,33 0 15,-22 0-31,76 0 31,66 0 0,-22 11 1,-98-11-17,11 11 1,11-11-1,-1 0 17,1 11-17,32 11 1,-54-22 0,11 22-1,-12-22 1,-10 0-1,0 11 1,0-11 0,-11 0-1,11 0 1,-1 0 0,34 0-1,-11 0 1,21 0-1,-65 11 17,11-11-17,-11 0 17,11 0-17,-11 0 1,55 0-1,-23 11 1,-10-11 0,0 0-1,-22 0 1,0 0 15</inkml:trace>
  <inkml:trace contextRef="#ctx0" brushRef="#br0" timeOffset="18678.96">6662 5765 0,'0'0'0,"-22"-11"16,11 11 0,0 0-1,0 0 1,0 0-16,-54 0 78,32 43-31,33-32-47,0 66 31,33-11 16,-12-66-31,-10 0-1,11 0 1,-11 0 15,11 0-15,-11 0-1,0 0 1,0-11-16,0-22 16,0 11-1,-11 0 1,0 0 0,-11 0-1,-11 22 16,0 0-15,11-11 0,-11 11-1,-11 0 1,12 0 0,-12 0-1</inkml:trace>
  <inkml:trace contextRef="#ctx0" brushRef="#br0" timeOffset="19730.4">8937 5666 0,'0'33'47,"0"0"-47,0 11 31,0-23-31,0 12 0,11-22 16,-11 11-16,0 22 31,0-33 0</inkml:trace>
  <inkml:trace contextRef="#ctx0" brushRef="#br0" timeOffset="21231.77">11125 5710 0,'11'0'125,"0"-11"-110,43 0 16,56 11 1,-99 0-1,0 33 0,-11 65 0,0-76-15,-11-11 0,11 0-1,-11 0 1,22-11 93,11 0-93,32 0 0,-32 0-16,-11-11 15,11 11 1,-11-11 15</inkml:trace>
  <inkml:trace contextRef="#ctx0" brushRef="#br0" timeOffset="22615.48">13411 5644 0,'33'0'93,"0"0"-93,0 0 0,-23 0 16,45 0 15,-44 0 0,-11 11 16,0 33-31,-98 54 15,76-76-15,22-11 78,11 0-79,22 0-15,-12 0 16,1-11-16,-11 0 15,0 11 1,0-11 0,-11 11 31,0 0-32,0 0-15,-22 11 16,0-11-1,11-11 1,-10 11 15,-1-11-31,0 0 16,11 0 15,0 0-15,0 0-1</inkml:trace>
  <inkml:trace contextRef="#ctx0" brushRef="#br0" timeOffset="29000.02">6957 6946 0,'22'0'62,"11"0"-46,0 0-16,32 11 15,110-11 1,175 11 15,55-11 16,-317 0-47,207-22 31,-11 11 1,-196 11-17,-1 0 1,-10 0-1,0 0 1,54 0 0,55 0-1,98 0 17,-218 0-32,174 0 31,-152 0-16,32-11 1,-43 0 0,-12 11-1,-43 0 1,-22-22 0,11 22 15</inkml:trace>
  <inkml:trace contextRef="#ctx0" brushRef="#br0" timeOffset="40096.82">18301 6957 0,'0'0'0,"11"0"31,0 0-31,65 22 31,-43-11-31,0 0 16,11-11-16,120 22 31,11-22 0,-66 0 1,-21 0-1,-45-11 0</inkml:trace>
  <inkml:trace contextRef="#ctx0" brushRef="#br0" timeOffset="41168.01">20117 6957 0,'21'0'31,"1"0"-31,33 0 0,22 0 16,10 11-16,-10 0 16,-1-11-16,1 22 15,-1-11-15,176-11 32,-77 0-1,-11 0 0,-33 11 0,-43-11 1,-44 0-1,-12 0-31,23 0 15,-33 0 1,33 0 0,-44 0-1,0 0 1,11-11 15</inkml:trace>
  <inkml:trace contextRef="#ctx0" brushRef="#br0" timeOffset="47469.98">6421 6924 0,'33'0'78,"-22"0"-78,0 0 15,33 0 1,-12 0 15,-21 0 16,0 0-16,22 0 1,-11 0-17,-11 0 79,0 0-78,0 0-16,-22 0 203,0 0-203,-11 0 15,11 0 1,0 0-16,-11 0 16,11 0-1,0 0 1,-21 0 15,32 11-31</inkml:trace>
  <inkml:trace contextRef="#ctx0" brushRef="#br0" timeOffset="51016.57">2986 7055 0,'22'0'0,"-11"0"16,0 0 0,0 0-1,0 0-15,0 0 16,0 0-16,11 0 15,0 0-15,32 0 32,78 0-1,32 0 0,76 11 0,23-11 1,-99 0-17,0 0 1,33 0 0,22 0 15,43 11-16,-174-11 1,43 0 0,-76 0-16,32 0 15,-10 0 1,32-11 0,-21 11-1,-45 0 1,-32 0-1,0 0 298,0 0-313,0 0 16,22 0-16,0 0 15,-11 0-15,10 0 16,34 0-16,-22 0 15,22 0-15,76-11 32,-77 11-1</inkml:trace>
  <inkml:trace contextRef="#ctx0" brushRef="#br0" timeOffset="75536.13">9211 10829 0,'21'0'63,"-10"0"-63,11 0 15,0 0-15,0 0 16,22 0-16,54-22 31,-10 22 0,-55 0 1,-12 0-1,23 0 16,-33 0-47,33 0 31,-33 0-15,0 0-1,0 0 1,0-11 15,0 11-31,-1 0 16,1 0-1,0 0 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38:31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7001 4408 0,'-22'0'94,"11"22"-79,-33 0 1,-10 22 31,43-33-16,22 22 0,21 10 0,-10-43-15,-11 0 0,0 0-1,0 0 1,11-11 0,0-21-1,0-1 16,0 0-31,-22 22 32,0-11 46,0 0-63,-11 11 1,0 0 0,0 11-16,11-22 15,-33 11 1,22 1 0,-11 10-1</inkml:trace>
  <inkml:trace contextRef="#ctx0" brushRef="#br0" timeOffset="1424.56">9243 4343 0,'11'0'31,"0"11"-15,0 10-16,11 12 16,-22 55 15,11-34 0,-11-32 0</inkml:trace>
  <inkml:trace contextRef="#ctx0" brushRef="#br0" timeOffset="4879.82">11387 4375 0,'11'0'62,"0"0"-62,0-11 16,11 11-16,0-10 16,22-1 15,21 11 0,-43 0 0,11 11 1,-11 98-1,-11-54-15,-22-23-1,-11 1 1,0-22-1,-11 0 1,22 0-16,0-11 16,1 0 31,-1 0-32,32 0 48,12 0-63,22 0 15,-11 0 1,21 0 0,-54 0-1</inkml:trace>
  <inkml:trace contextRef="#ctx0" brushRef="#br0" timeOffset="6504.61">13695 4364 0,'11'0'156,"0"0"-156,22 0 16,-11 0-16,22 0 31,-33 0 1,22 0-1,-12 44 0,-21-33-31,-21 33 31,-23-22-15,22-11 0,11-11-1,11 11 79,22 0-78,-11 0-16,11 0 15,-11 10-15,-11-10 16,11 22-1,-11-11 1,0 11 0,-22-22-1,-22 22 1,11-33 0,0 0-1,11 0 1,1 0-1,10 0 1,-11-11 15,0 11-15,22-11 0,-11 11-1</inkml:trace>
  <inkml:trace contextRef="#ctx0" brushRef="#br0" timeOffset="10068.7">17437 4561 0,'-22'-11'32,"11"11"-17,0 0 1,-11 0-1,11 0 1,-11 0 15,11 0-31,-43 11 47,21 22-31,22 22 31,11-33-32,44 0 1,-1 0 0,-21-22-1,11 0 1,0 0-1,11 0 1,-12 0 0,1 0-1,-11-11 1,-11-11 0,0 11-1,-11-11 1,0 11 15,0 0-15,-44-22-1,11 11 1,-10 0 0,-12 22-1,33-10 1,11 10-1,0 0 1,-11 0 0</inkml:trace>
  <inkml:trace contextRef="#ctx0" brushRef="#br0" timeOffset="11536.08">19657 4736 0,'11'0'15,"0"11"-15,0 11 16,-11-11-16,11 22 16,0-22-16,0 22 15,-11-22-15,0 11 16,0 10-16,0-10 31</inkml:trace>
  <inkml:trace contextRef="#ctx0" brushRef="#br0" timeOffset="13656.87">21856 4693 0,'0'0'0,"22"-11"16,0 0-16,0 0 16,-1-11-16,12 22 15,-11-11-15,0 0 16,0 0-16,-11 11 15,11-11 1,54 11 31,-43 0-31,-11 0 30,11 66-14,-33-55-17,0 22 1,0-12 0,-33 23-1,0-22 1,11 0-1,-11-11 1,22-11 0,1 0-1,-1 0 1,22 0 78,-1 0-94,12 11 15,0-11-15,0 0 16,11 11 0,22-11-1,-23 0-15,-10 0 16,11 0-1,-11 0 1,0 0 0</inkml:trace>
  <inkml:trace contextRef="#ctx0" brushRef="#br0" timeOffset="15784.97">24164 4572 0,'22'-11'94,"0"0"-94,11 11 15,-12 0-15,12 0 16,0-10-16,-11 10 16,0 0-16,0 0 15,0 0-15,43 21 78,-65 23-46,-65 0-1,32-22 0,0-22-15,44 0 93,0 11-109,11 0 16,-11 0-1,0 0 17,-11 10 46,0-10-63,-11-11 1,0 0-16,-22 11 16,0 0-1,0-11 17,11 0-17,1 0 1,10 0-1,-11 0 1,11 0 0,0 0 15</inkml:trace>
  <inkml:trace contextRef="#ctx0" brushRef="#br0" timeOffset="29536.06">4999 9309 0,'22'0'156,"55"0"-140,-23 0-16,23 0 16,98-11-1,284 0 17,165 0-1,-44-33 0,-460 33-15,219-33 15,-273 34-15,-34-1-1</inkml:trace>
  <inkml:trace contextRef="#ctx0" brushRef="#br0" timeOffset="70137.07">4769 5797 0,'22'0'0,"-11"0"15,0 0 1,0 0-16,0 0 16,11 0-1,33 0 1,54 0 15,99-21 16,175 10-16,10-11 1,-239 22-17,-111 0-15,1 0 16,-22-11-1,-11 11 1,0 0 0,11 0-1,21 0 1,1 0 0,66 0-1,-12 0 1,-54 0 15</inkml:trace>
  <inkml:trace contextRef="#ctx0" brushRef="#br0" timeOffset="125833.78">5874 14133 0,'0'-11'94,"11"11"-94,0 0 16,33 0 15,32 0 16,-54 0-47,77 0 31,10 11 0,-32-11 1,-23 0-17,1 0 1,22 11 0,-12 10-1,67 1 1,-1 0-1,55 0 1,-88 0 15,-43-22-15,-33 0 0,0 11-1,-11-11 1,10 0-1,-10 0 1,11 0 0,-11 0-1,0 0 32,11 0 0,-11 0-16,0-11 1</inkml:trace>
  <inkml:trace contextRef="#ctx0" brushRef="#br0" timeOffset="127049.78">6979 13039 0,'-11'0'31,"0"0"-31,-11 0 16,-21 11 0,21 0-16,-11 0 15,-22 0-15,44-1 16,-54 45 0,21 33 15,44-1 16,65-10-16,23-34 0,-66-43-15,0 0-1,-11 0 1,11 0 0,21-32-1,-21-12 1,11-33 0,-11 1-1,-11 32 1,-11-22-1,0 45 1,-11-34 15,0 33-15,-11 0 0,-22-22-1,11 44 1,23-11-1,-23 0 1,22 11 0</inkml:trace>
  <inkml:trace contextRef="#ctx0" brushRef="#br0" timeOffset="133305.6">8270 14176 0,'22'0'78,"10"0"-62,1 0-16,0 0 15,33 0-15,142 0 94</inkml:trace>
  <inkml:trace contextRef="#ctx0" brushRef="#br0" timeOffset="134856.24">8357 13006 0,'11'0'16,"44"120"-1,-44-98 1,0 11-16,-11 11 16,0-1-16,0-32 15,0 22-15,0-11 16,0 44 62</inkml:trace>
  <inkml:trace contextRef="#ctx0" brushRef="#br0" timeOffset="136359.44">9506 14154 0,'11'0'31,"0"0"-31,11-10 16,0 10-16,10-11 16,34 11-16,-22-11 15,43 11-15,209 0 32,251-11 14,-219 0-14,-285 0-32,67 11 31,-88 0 0</inkml:trace>
  <inkml:trace contextRef="#ctx0" brushRef="#br0" timeOffset="138984.24">9976 13028 0,'0'0'0,"77"-44"31,-55 44-31,11-22 16,-1 11-16,-10 11 15,33-11 17,-44 11 15,22 22-32,-1 77 16,-75 76 1,32-143-32,-22 12 15,0 0 1,22-22 0,0-11-1,33-11 79,-11 0-78,44-33-1,-22 22-15,-1 0 16,-10 0-1,-11 11 1,11 0 0,33 0-1,-11 0 17,-23 11-32</inkml:trace>
  <inkml:trace contextRef="#ctx0" brushRef="#br0" timeOffset="140496.21">11705 14133 0,'21'0'79,"-10"0"-79,22-11 15,11 11-15,11 0 16,590 0 62,-317 0-16,-131 11-30,-98-11-1,-110 0 47,0 0-62,0 0-1,0 0 17,0 0-32,0 0 15,0 0 1</inkml:trace>
  <inkml:trace contextRef="#ctx0" brushRef="#br0" timeOffset="142511.84">11934 12918 0,'33'0'125,"-22"0"-125,11 0 15,98 0 17,44 0-17,-87 0 32,-55 11-16,0 55 1,-33-22-17,-44 10 1,-32 1 0,54-33-1,11-11-15,33-11 156,11 0-156,-11 0 16,10 0-16,1 11 16,0-11-1,0 11 1,-11 0 0,0 0-1,0 0 1,0 0-1,-11 0 1,0 21 0,-33 12-1,-22-11 1,1-22 15,-56 11-15,-87-22-1,110-11 1,32 11 0,44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41:38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2560 8248 0,'11'0'63,"32"0"-48,12 0-15,0 0 16,-22 0-16,306 22 62,-33 43-30,22-21-1,-273-33-31,131 33 31,-66-12-15,-65-32-1,-22 0 1,-1 0 0,-10 0-1,-11 0 1,0 0 15,0 0 0</inkml:trace>
  <inkml:trace contextRef="#ctx0" brushRef="#br0" timeOffset="1394.8">5480 8302 0,'11'0'109,"11"0"-93,44 11 15,-55-11-15</inkml:trace>
  <inkml:trace contextRef="#ctx0" brushRef="#br0" timeOffset="1912.03">5830 8335 0,'11'0'16,"0"0"-1,0 0 1,11 0-1,0 0 1,0-11 0,0 0-1,-11 0-15,0 11 16,21 0-16,-21-11 16,33 0-1,-11 11 1</inkml:trace>
  <inkml:trace contextRef="#ctx0" brushRef="#br0" timeOffset="2363.37">6520 8270 0,'11'0'31,"-1"0"-15,1 0-1,33 0 1,0 0-16,22 0 16,-34 0-16,1 0 15,44 0 1</inkml:trace>
  <inkml:trace contextRef="#ctx0" brushRef="#br0" timeOffset="3031.63">7504 8335 0,'22'-11'63,"11"11"-63,21 0 16,23 0-16,87 0 31</inkml:trace>
  <inkml:trace contextRef="#ctx0" brushRef="#br0" timeOffset="6806.94">3949 9363 0,'11'0'109,"0"0"-109,11 0 16,0 0-16,87 0 78</inkml:trace>
  <inkml:trace contextRef="#ctx0" brushRef="#br0" timeOffset="7680.1">4518 9440 0,'11'0'47,"11"0"-47,-1 0 15,-10 0-15,143-11 79,-45 11-48,-65 0 0</inkml:trace>
  <inkml:trace contextRef="#ctx0" brushRef="#br0" timeOffset="8641.02">5721 9429 0,'11'0'16,"0"0"-1,0 0-15,11 0 16,11 0-16,21 11 15,12-11-15,0 11 16,10-11-16,318 0 78,-219-11-47,11 0 1,-164 11-1</inkml:trace>
  <inkml:trace contextRef="#ctx0" brushRef="#br0" timeOffset="13799.03">12853 9374 0,'22'0'78,"0"0"-63,0 0-15,87 0 32,88 0-1,-22 0 0,22 0 0,-55 0 1,-65 0-17,-55 0 1,11 0 0,-23 0 15,1 0-16,0 0 1,0 0 31,0 0-31</inkml:trace>
  <inkml:trace contextRef="#ctx0" brushRef="#br0" timeOffset="23942.43">14177 9965 0,'-22'0'15,"11"0"1,0 0 0,0 0-16,0 0 15,-44 0 1,-43 0 15,-11 0 0,-132-11 16,11 0-16,165 11-15,32 0 0,-22 0-1,33 0-15,-11 0 16,-142 0 0,66 0-1,22 0 1,10 0-1,11 0 1,12 11 0,21-11-1,0 0 1,0 0 15,22 0 0</inkml:trace>
  <inkml:trace contextRef="#ctx0" brushRef="#br0" timeOffset="36816.56">4419 10698 0,'0'0'0,"77"11"31,-11 0-31,-23-11 0,34 11 16,-22-11-16,-12 0 15,1 11-15,-11-11 16,-11 0 15,-11 0 110,0 0-63,0 0-47,0 0-31,-1 0 16,1 0-1,0 0 1,33 0 0,55-11-1,21 11 1,-22-11-1,-43 11 1,-44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45:15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7712 9385 0,'-33'0'172,"11"0"-156,-32 0-16,21 0 16,0 0-16,-11 0 15,11 0 1,-65 0-1,43 0 1,-109 0 15,-87 0 1,21 0-1,153 0 0,66 0 32,0 0-32,0 0-16,0 0 48,1 0-32,-12 0-31,11 0 16,0 0-16,-11 0 15,11 0-15,-11 0 32,-11 0-17,11 0-15,-54 0 16,21 0 0,0 0-1,12 0 1,21 0-1,11 0 1,-11 0 0,11 0-1,0 0 251,0 0-266,0 0 16,-65 0 15,54 0-31,-11 0 0,0 0 15,0 0-15,-43 0 32,43 0-1,22 0 0</inkml:trace>
  <inkml:trace contextRef="#ctx0" brushRef="#br0" timeOffset="33871">7646 10337 0,'11'0'62,"11"0"-62,0 0 16,0 0-16,87 0 78,-43 11-47,-22 0 0,-33-11 1,0 0-1,-22 0 438,-11 11-469,0-11 15,0 0-15,-22 0 16,11 0-16,-21 0 15,10 0-15,11 0 16,-98 0 15,76 0-15,0 0 31,23 0-16</inkml:trace>
  <inkml:trace contextRef="#ctx0" brushRef="#br0" timeOffset="39751.11">6115 11135 0,'22'0'31,"32"0"-15,-32-10-16,11 10 15,76 0 16,-10 0 1,-55 0-1,-11 0 0,-12 0 0</inkml:trace>
  <inkml:trace contextRef="#ctx0" brushRef="#br0" timeOffset="42863.07">12963 11092 0,'11'0'94,"21"0"-94,12 0 16,22 0-16,196 0 31,1 33 0,-66-12 0,-154-21 1</inkml:trace>
  <inkml:trace contextRef="#ctx0" brushRef="#br0" timeOffset="49015.36">19460 11103 0,'22'0'78,"-11"0"-62,22 0-16,109 0 31,88 0 0,-99 0 0,-120 0 1,11 0 14,-11 0-14</inkml:trace>
  <inkml:trace contextRef="#ctx0" brushRef="#br0" timeOffset="102278.98">9243 12393 0,'0'11'78,"11"22"-78,-11-11 16,0 11-1,11 153 48,0-66-16,-11-65-16,11-22 0,-11-22 1,11 0-17,-11-1 1,0 1-1,11 0 1,-11 0 0,0 11-1,11-11 1,-11 0 0,0 0 15,0 0-16,11-11 1,0 0 422,0 0-423,33 0-15,-23 0 16,1 0-16,22-22 15,98 0 17,55 11-1,-164 11 16</inkml:trace>
  <inkml:trace contextRef="#ctx0" brushRef="#br0" timeOffset="103031.32">9736 12350 0,'0'0'16,"11"11"-16,-1 0 0,1 10 15,0-10-15,-11 0 16,0 11-16,11 0 15,0-11 1,-11 22-16,22 43 31,-11 1 1,0 10-1,0-43 0,0-22 0</inkml:trace>
  <inkml:trace contextRef="#ctx0" brushRef="#br0" timeOffset="103735.17">9790 12361 0,'11'0'31,"0"0"-16,11 0-15,0 0 16,11 0-16,-11-11 16,98 11 15,-33 0 0,-65 0 0,-11 0 1</inkml:trace>
  <inkml:trace contextRef="#ctx0" brushRef="#br0" timeOffset="104310.66">9834 12612 0,'11'0'47,"0"11"-31,0-11-16,22 0 15,-11 0-15,21 0 16,12 0-1,54 0 17</inkml:trace>
  <inkml:trace contextRef="#ctx0" brushRef="#br0" timeOffset="114782.46">15566 12328 0,'-11'0'157,"-22"0"-157,0 0 15,-10 0-15,-56 0 47,77 0-47,-76 33 31,54-1-15,11-10 0,1 0-1,-1 0 1,0 22 0,11-11-1,0 10 1,22-10-1,11 44 17,0-55-32,44 65 31,-1-43-15,23 11-1,-44-44 1,-11-1-1,32 1 1,-10 0 0,22-11-1,-33 0 1,-1 0 0,1 0-1,0-11 1,0-10-1,-22 21 1</inkml:trace>
  <inkml:trace contextRef="#ctx0" brushRef="#br0" timeOffset="115326.33">15675 12393 0,'11'55'16,"11"11"0,-11 10-16,0-10 15,11 21-15,-11-10 16,11 0-16,0 32 31,-22-98 0</inkml:trace>
  <inkml:trace contextRef="#ctx0" brushRef="#br0" timeOffset="116438.43">15621 12459 0,'0'0'0,"0"-11"16,0 0-1,0 0 17,22-33-17,21 1 1,1 21 0,-11 11-1,11 0 1,-1 11-1,-10 0 1,33 87 0,0 1-1,-45-1 1,12-10 0,-33 11-1,0-34 1,0-32-1,-33 0 1,1-11 15,10 0-15,0-11 0,11 0-1,0 0 1,0 0 31,11-11 15,11 11-46,0 0-16,11 0 15,11 11-15,10 0 16,1 11-16,22 11 31,-23-12-15,12 12-16,0 11 16,-33-33-1,0 0 1,-11-11-1,-11 11 1,-11-11 125</inkml:trace>
  <inkml:trace contextRef="#ctx0" brushRef="#br0" timeOffset="117856.47">16343 12251 0,'0'22'16,"33"44"0,-12-1-16,-10-21 15,0 22-15,0-33 16,0 32-16,0-21 16,44 295 46,-44-284-15,-11-33 0,11-22 109,0 0-156,0 0 16,21 0-16,-10-11 15,77-11 1,-56 22-16,34-22 16,-22 0-1,-1 22 1,-32 0 15,-11 0-15,11-11-1,0 11 1,-33 0 109,-11 0-109</inkml:trace>
  <inkml:trace contextRef="#ctx0" brushRef="#br0" timeOffset="118766.84">16846 12196 0,'0'44'31,"11"11"-31,22 22 16,-11-1-16,-12-32 15,12 11-15,0 21 16,-11-43 0,0 0-16,0 10 15,44 143 48,-44-142-32,0-33 0,-11 0 1,-22-22 77,-22-22-109,22-10 16,-22-23-16,1 11 15</inkml:trace>
  <inkml:trace contextRef="#ctx0" brushRef="#br0" timeOffset="119470.14">16813 12196 0,'11'0'63,"0"0"-63,0 0 15,0 0-15,11 0 16,11 22 15,21-22-15,110 0 31,-76-11-16,-77 11 0</inkml:trace>
  <inkml:trace contextRef="#ctx0" brushRef="#br0" timeOffset="120082.13">17087 12536 0,'0'0'0,"0"11"15,10-11 16,1 0-31,110 10 79,-110-10-48</inkml:trace>
  <inkml:trace contextRef="#ctx0" brushRef="#br0" timeOffset="121264.12">17108 12557 0,'-11'0'63,"1"0"-48,-1 0-15,0 0 32,-33 0-1,-22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48:45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3588 9888 0,'55'0'78,"32"0"-62,55 0-16,22 11 15,3074 0 48,-2089-11-32,-1007 0-31,394 0 47,120 0-31,-295 0 15,-54 0-16,-34 0 1,-65-11 0,-99 0-1,-32 1 1</inkml:trace>
  <inkml:trace contextRef="#ctx0" brushRef="#br0" timeOffset="1152.34">3183 11190 0,'22'0'62,"66"0"-46,87 0-16,131 0 16,110 0-16,765 0 31,2374 11 16,-2931-11-47,568 11 31,-251-11 0,-733 0 0,-187 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53:39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3030 13400 0,'11'0'94,"33"22"-78,21-1-16,1-10 0,120 33 31,153 22 16,-175-55-16,66 0 0,142-11 16,-142 0-31,-187 0-1,45 0 1,-1 0 0,-32 0-16,87 0 15,-11 0 1,34 0-1,-67 0 1,-32 0 0,-34 0-1,-21 0 1,0 0 0,11 0-1,-11 0 1,11 0 15,-11 0-15,0 11 46,22-11-62,-11 0 16,21 0-1,1 11 1,-11-11 0</inkml:trace>
  <inkml:trace contextRef="#ctx0" brushRef="#br0" timeOffset="2334.56">6946 13608 0,'11'0'63,"0"0"-47,11 0-16,55 0 31,163 21 16,-174-10-47,448 44 47,-262-44-16,-1-11 0,-87 0-15,-33 0-1,12 0 1,-89 0 0,89 0 15,-89 0-16,12 0 1,32 0 0,66-11-1,22 11 1,11 0 0,-11 0-1,-54 0 1,-23 0-1,22 0 1,-10 0 0,97 0-1,-97 0 17,10 0-32,0 0 31,11 0-16,1 0 1,-12 0 0,0 0-1,0 0 1,-54 0 0,-11 0-1,-12 0 1</inkml:trace>
  <inkml:trace contextRef="#ctx0" brushRef="#br0" timeOffset="7486.66">6979 12962 0,'-11'0'79,"0"0"-64,0 0-15,0 0 16,-22 0 46,23 11-30,-23 22-1,22-33-31,-11 22 31,22-11-15,-11 0-1,11 0 1,-11-11 0,11 22-1,0-12 16,0 1 16,-11 11-31,11-11 0,0 0-1,0 0 1,0 0-1,0 0 17,0 11 15,0-11-32,11 0-15,0 11 31,0-11-15,11-11-16,-22 10 16,11-10 15,0 0-15,0 11-1,10-11 1,-10 0-1,11 22 1,22-11 0,-44 0-1,11-11 1,0 0 0,11 0-1,0 0 1,0 0-1,-12 0 1,1 0 0,-11 11 15,22-11-15,-11 0-1,0 0 1,0 0-1,-11-11 64,11-11-79,0 0 15,-11 11-15,11-10 16,-11-12-1,0 11 1,11 11 0,-11-11 15,0 11-15,0 0-1,0 0-15,0-11 31,0 11-15,0-10 0,0 10-1,0-11 1,0 11 0,-33 0-1,0-11 1,11 0-1,-10 11 1,-23-11 15,44 11-31,-55-10 16,44-1 0,11 22 15,1 0 16,-1 0-32,0 0-15</inkml:trace>
  <inkml:trace contextRef="#ctx0" brushRef="#br0" timeOffset="10176.66">11245 13301 0,'-11'0'47,"0"0"-16,0 0-15,0 0 31,0 0-1,1-11-30,-1 0 15,0 11-15,0-11 0,0 1-1,0-1 16,0 0 1,0 11-17,0-11 1,11 0 15,-11 11-15,0-11 15,0 0 0,0 0-15,11 0 15,0 0-15,-11 0-1,11 0 1,0 0 0,0 0-1,0 0 1,0 0 0,11 1-1,-11-12 16,11 11-15,0 0 15,0 11-15,0-11-16,0 11 31,11-11-31,-11 11 16,11 0 15,-11 0-15,0 0-1,10 0 1,-10 0 0,0 0-16,11 0 15,0 22 1,11 11-1,-22-12 1,11-10 0,-22 11-1,0 0 1,0 11 0,0-11-1,0-11 16,-11 0-15,0 0 0,11 0-1,-11-11 1,0 0 46</inkml:trace>
  <inkml:trace contextRef="#ctx0" brushRef="#br0" timeOffset="15070.84">8915 13597 0,'-11'0'31,"0"0"0,0 0 1,0 0-1,-10 0 0,-45-11 0,22-22 1,-11 0-1,34 22-15,10-11-1,0 11 1,-11-11-1,0 1 1,11-1 0,-11 0-1,22 11 1,-22-11 15,11 0-15,0 0-1,-10-11 1,10 22 0,0-21-1,0-1 1,11 11 0,0 0-1,0 11 1,0-11-1,11 11 1,0 0 0,0 0-1,10 1 1,-21-1 0,11 0 15,0 11-16,0-22 1,0 22 0,-11-11-1,11 11-15,0-11 16,0 0 0,11 0-1,-11 0 1,11 0-1,-11 0 1,10 11 0,-10-11-1,11 0 17,11 11-17,-22-11 1,11 11-1,0 0 1,-11 0 0,11 0-1,-11 0 17,0 0-17,-1 0 16,1 0-15,0 0 0,0 0 31,0 0-32,0 0 1,0 11-1,0 0 1,11-11 0,-11 11-1,0 0 1,0 0 0,0 0-1,0-11 1,0 11-1,-11 0 17,10-11-17,-10 11-15,0 0 16,11 0 15,-11 11 32,0-11-48,0 10 1,0-10 0,11 0-1,-11 0-15,0 0 16,0 0 15,0 0-31,0 0 16,0 22-1,0-22 17,0 0-17,0 0-15,0 0 16,-11-1-1,0 1 1,11 22 0,-10-11-1,10-11 1,-11 0 0,11 11-1,0-11 1,-11 11-1,11 0 1,0-12 0,0 1-1,0 22 17,-11-22-17,11 22 1,-11-11-1,11 0 1,-11-11 0,0 11 15,0-11-15,0-1-1,0-10 16,11 11-31,-11 0 32,0-11 46</inkml:trace>
  <inkml:trace contextRef="#ctx0" brushRef="#br0" timeOffset="18527.27">10950 13531 0,'0'0'0,"-11"0"0,11 11 16,-11-11-16,0 0 15,11 11-15,-11-11 16,0 11 0,0-11 15,-22 0-16,-10 0 32,-1 0-15,11 0-1,-22 0 0,44-11-15,0 11-1,1-11 1,-12 0 0,0-11-1,11 11 1,0 11-1,0-11 1,0 0 15,11 0 1,-11 0-1,11-10 0,-11 21-15,11-11-1,0 0 1,0 0 0,0 0-1,0 0 16,0 0-15,0 0 15,0 0-15,0 0 0,0 0-1,0 0 1,0 0 15,0 0-15,0 0-1,-11 0 17,11 1-32,0-1 31,0-11-31,-11 22 15,11-11 1,0 0 0,0 0-1,0 0 1,0 0 0,0 0-1,0-11 1,0 11-1,0-11 1,11 22 0,-11-11-1,11 1 1,11-1 0,-11-11-1,0 11 16,0 11 1,11 0-17,-11-11 1,11 0 0,-12 11-1,12 0 1,-11 0-1,0 0 1,0 0 0,0 0-1,0 0 1,0 0 0,11 0-1,-11 0 1,0 11 46,11-11-46,-11 11 0,0 0-1,-1-11 16,-10 11-15,11-11 0,0 11 15,0-11-31,-11 11 16,11-1-1,11 1 1,-11 0 15,0 0-15,11 0-1,-11 0 1,0 0 0,0 11-1,-11-11 1,11-11-1,0 11 1,-11 0 0,10-11-1,-10 11 1,11 11 0,-11-11-1,11-1 1,-11 1-16,11 0 15,-11 0 17,0 0-1,0 0-15,0 0-1,0 0 1,0 0-1,0 0 1,0 0 0,-11 0-1,11 0 1,-11-11-16,0 11 31,11 0-15,-21-11-1,10 21 17,0-10-17,0-11 1,0 11 0,0-11-1,0 11 16,0 0-15,0-11 0,0 11-1,11 0 17,-11-11-17,11 11-15,-11 0 16,11 0-1,0 0 17,0 11-17</inkml:trace>
  <inkml:trace contextRef="#ctx0" brushRef="#br0" timeOffset="21947.66">13313 12776 0,'11'11'0,"0"22"15,32 55-15,-43-45 16,11 34-16,0 10 16,-11-32-16,0 11 15,0 10-15,0-21 16,-11-22-16,-11 10 62</inkml:trace>
  <inkml:trace contextRef="#ctx0" brushRef="#br0" timeOffset="22295.68">13433 13137 0,'11'0'47,"11"0"-32,0 0-15,21 0 16,89 0 0,21-33-1,-11-21 1,-65 21-16</inkml:trace>
  <inkml:trace contextRef="#ctx0" brushRef="#br0" timeOffset="22741.78">13936 12754 0,'0'22'31,"22"88"-31,-22-12 16,0-21-1,0 109 1,0-66-1,-22-54 1,22-56 0,-11-10-1</inkml:trace>
  <inkml:trace contextRef="#ctx0" brushRef="#br0" timeOffset="24030.39">14166 13290 0,'65'11'32,"-32"-11"-17,-11 0-15,11 0 0,-11 0 16,-11-11-16,11 0 15,11-32 17,-23-12-1,-10 11 16,-21 22-16,-45 11 0,11 11-15,-10 0 0,32 0-1,0 22 1,22-11-1,11 22-15,0 22 16,0-1 0,22-10-1,22 0 17,21-11-17,45 10 1,43-10-1,-44-33 1,-54 0 0,-22 0-1,-11-22 1,-11-10 0,0 10-1,-11-33 1</inkml:trace>
  <inkml:trace contextRef="#ctx0" brushRef="#br0" timeOffset="24423.02">14757 12776 0,'21'55'31,"1"43"-31,-22 12 16,0-34-16,0 23 16,0 10-16,-43 44 15,32-76 17</inkml:trace>
  <inkml:trace contextRef="#ctx0" brushRef="#br0" timeOffset="24914.26">15172 12754 0,'11'22'32,"11"66"-32,11 240 47,-44 153 15,11-459 1</inkml:trace>
  <inkml:trace contextRef="#ctx0" brushRef="#br0" timeOffset="25615.72">15566 13312 0,'11'0'31,"-22"0"32,-11 0-63,0 11 15,11-11-15,-11 0 16,12 11-16,-1 0 15,0 0 1,0 33 0,11 21-1,87 45 17,-10-45-17,-1-10 1,-10-33-1,0-11 1,-55-11 0,21-11-1,-10-55 1,-22-32 0,-11-22-1,-54-23 1,-1 56-1,44 54-15,-11 0 16,-10 11 0,10 11-1,-11 11 1</inkml:trace>
  <inkml:trace contextRef="#ctx0" brushRef="#br0" timeOffset="27461.88">16583 12689 0,'11'0'0,"-11"11"16,33 54 0,-33-54-16,0 0 15,0 0-15,0 0 16,0 0-1,0 0-15,0 0 16</inkml:trace>
  <inkml:trace contextRef="#ctx0" brushRef="#br0" timeOffset="27817.08">16682 12678 0,'11'0'32,"11"11"-17,-22 11-15,32 21 16,-21 1 0,-11 0-1,0-22 16,0 11-15,0-22-16</inkml:trace>
  <inkml:trace contextRef="#ctx0" brushRef="#br0" timeOffset="29268.56">16890 12918 0,'0'44'47,"0"0"-47,11 11 16,-11-12-16,21 34 15,34 142 1,76 98 31,-87-230 0,-33-87 15,0-43-46,0-12-16,0 11 15,0-43 1,11 10 0,-11 44-1,0 11 1,11 33 46,-1 44-62,1 55 32,11 10-17,-11-55 1,0-43 0,0-11-1,-11-11-15,11 0 16,-1 11-1,12 11 1,-22-22 0,0 0-1,0 0 1,22-11 0,0-65-1,-11-67 1,-44-64 15,11-1-15,11-11-1,0 164 1,11 33 0,-11 33 77,-11 33-77,11-22-16,0 11 16,0 11-1</inkml:trace>
  <inkml:trace contextRef="#ctx0" brushRef="#br0" timeOffset="30119.67">18027 13465 0,'0'0'0,"-22"0"0,11 0 15,-10 0-15,-165 175 94,186-98-63,76 32 1,55-32-1,-87-77-16,11 0 1,11-22 0,-45-33-1,1-10 1,-22-34 0,0 12-1,-11 43 1,-11 0 15,12 44-31,-1-22 16,-55 11-1,33 11 1,-11 0 0</inkml:trace>
  <inkml:trace contextRef="#ctx0" brushRef="#br0" timeOffset="30753.04">18574 13914 0,'0'0'0,"-22"-22"16,11 0 0,-10-11-1,10 0 1,11-10 0,0 21-1,0-33 16,11 33-15,-1-11 0,23 1-1,0 21 1,0 0 0,11 11-1,-11 0 1,-1 11-16,34 22 15,-22-23 1,-11-10 0,-23 11-1</inkml:trace>
  <inkml:trace contextRef="#ctx0" brushRef="#br0" timeOffset="31303.77">19154 12951 0,'11'22'16,"-11"55"0,33 743 46,-22-514 32,-22-360-79</inkml:trace>
  <inkml:trace contextRef="#ctx0" brushRef="#br0" timeOffset="32606.3">19701 12853 0,'0'0'0,"22"44"0,-11-1 16,-11 1-16,11 22 15,0 251 17,-22-153-17,0 66 17,-11-88 14,0-11-14,11-98-17,11-11 1,-11-11 0,0 11-1,0-22 1,11 11-1,-11-11 1,-11 0 0,11 0-16,-43-11 15,-67-44 1,56 44 15,32-11-15,-11-33-1,1 12 1,21-23 0,11 22-1,11 1 1,22-1 0,21 22-1,1 11 1,76 11-1,-43 11 1,-33-11 0,-11 22-1,-12-11 1,12 11 15,0 0-15,-22-1-1,0-10 1</inkml:trace>
  <inkml:trace contextRef="#ctx0" brushRef="#br0" timeOffset="33350.94">20018 12776 0,'0'0'0,"0"55"0,0-22 16,0 11-16,0-12 15,0-21-15,0 11 16,0-11 15</inkml:trace>
  <inkml:trace contextRef="#ctx0" brushRef="#br0" timeOffset="33655.8">20149 12798 0,'22'0'16,"11"11"-16,-22 11 16,22 22-1,-33-22-15,11 32 16,-11-43 0,0 11-1,0 0 1</inkml:trace>
  <inkml:trace contextRef="#ctx0" brushRef="#br0" timeOffset="36474.65">19931 14133 0,'0'-11'46,"11"11"-30,0 0 0,-1 0-1</inkml:trace>
  <inkml:trace contextRef="#ctx0" brushRef="#br0" timeOffset="37518.6">19909 13815 0,'0'-21'109,"11"-23"-109,-11 33 16,11-11-16,-11 0 15,0-11-15,11 11 16,-11-43-1,0 54-15,0-22 32,0 11-17,0 0 1,0 0 0,0 0-1,0-10 1,0 10-1,0-11 1,0 11 0,0 0-1,0 0 1,0 0 0,0 1-1,0 10 1,0-11-1,0 11 1,0-11 15,0 0-15,0 11 0,0-11-1,0 11 1,0-11-1,-11 12 1,11-34 0,0 33-1,0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54:42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22556 9615 0,'-11'0'78,"-22"0"-62,11 0-16,-10 0 15,-154 11 1,-252-11 15,110 44 0,-88 21 16,186-32-16,132-33-15,54 0 0,22 0-1</inkml:trace>
  <inkml:trace contextRef="#ctx0" brushRef="#br0" timeOffset="5921.01">16266 9845 0,'-11'0'94,"0"0"-79,-22 0 1,-21 11-1,-12 11-15,-164 21 32,121-10-1,54 11 0,-43 54 16,65-65-31,11 11-1,0 0 1,11 21 0,22-10-1,22-22 1,33 0-1,54 10 1,44-10 0,33-22-1,-33-11 1,-54 0 0,43-11 15,-131 11-16,21-22 1,-32 11 0,0-11-1,-11 12 1,0-1 0,-33 0-1,1-11 1</inkml:trace>
  <inkml:trace contextRef="#ctx0" brushRef="#br0" timeOffset="6607.55">16715 9943 0</inkml:trace>
  <inkml:trace contextRef="#ctx0" brushRef="#br0" timeOffset="6934.91">16747 10184 0</inkml:trace>
  <inkml:trace contextRef="#ctx0" brushRef="#br0" timeOffset="7689.35">16912 9724 0,'10'44'94,"67"55"-94,54 87 15,110 229 32,-164-262-16,-67-153 32,-10-22-63</inkml:trace>
  <inkml:trace contextRef="#ctx0" brushRef="#br0" timeOffset="9140.62">17710 9867 0,'11'11'31,"22"65"-15,-22-21-16,11 43 15,-11-54-15,0 22 16,-1-23-16,-10-32 15,0 0 1,0 11 0</inkml:trace>
  <inkml:trace contextRef="#ctx0" brushRef="#br0" timeOffset="9807.06">17710 9910 0,'0'-11'47,"0"0"-47,0-21 15,0-1 1,0-11-16,22-11 15,11 23 1,76-1 0,44 11-1,22 22 1,-109 0 0,-55 0 15,11 22-16,11 65 1,-33-43 0,0 0-1,-44 10 1,0-32 0,-33 11-1,-21-11 1,32 11-1,34-22 1,10 0 0,0-11-1,11 0 1,-11 0 15</inkml:trace>
  <inkml:trace contextRef="#ctx0" brushRef="#br0" timeOffset="10443.54">18323 10337 0,'-11'-33'78,"-11"-22"-47,22-65 16,55 65-16,-1 44 0,-10 11 1,-11 11-17,-11 0 1,-11 0-1</inkml:trace>
  <inkml:trace contextRef="#ctx0" brushRef="#br0" timeOffset="11058.57">18695 10107 0,'-11'0'78,"0"0"-78,-11 0 15,11 11-15,-11 22 16,22 22 0,0-1-1,11 1 1,0-33-1,11-11 1,-11-11 0,0 0 15,0-44-15,0 22-16,-1-11 15,-10 1 1,0 21-1,0-11-15,0 0 16,0 0 0,-10-11 15,-12 11-15,0 0-1</inkml:trace>
  <inkml:trace contextRef="#ctx0" brushRef="#br0" timeOffset="11975.66">19001 10107 0,'-22'0'47,"11"-11"-47,-55 11 31,45 121 1,42-1 15,89-65-16,-12-55 0,-65-33-15,-11-11-1,-11 0 1,-11-10 0,0 32-1,0 0 1,0 11-1,-11 11 48,11 44-47,0-12-16,0 34 15,0 65 1,-11 1-1,0-12 1,-22-54 0,11-34-1,22-21 1,-22-11 0,-10 0-1,-1 0 1,-22-43-16,-21-45 15,21-10 1,44 43 0</inkml:trace>
  <inkml:trace contextRef="#ctx0" brushRef="#br0" timeOffset="12752.54">19296 10370 0,'0'-33'62,"-11"-55"-46,0 45 15,55-12 0,-22 44 0,-11 11-15,11 22 0,11 98-1,-33-76 1,0-22 0,0-77 62,0 11-63,0 1-15,0-1 16,0-11-16</inkml:trace>
  <inkml:trace contextRef="#ctx0" brushRef="#br0" timeOffset="13870.42">19581 10107 0,'-11'0'0,"0"0"15,-11 11 1,11 0-16,-11 11 15,0-11-15,11 11 16,11-11-16,-11-11 16,11 54 15,0 1 0,55-11 0,22-33 1,-1-22-1,-21-55-15,-33 22-1,-11-10 1,-11 32-1,0 55 64,-11 0-64,11-1-15,0-21 16,0 11-1,0-11 1,0 0 0</inkml:trace>
  <inkml:trace contextRef="#ctx0" brushRef="#br0" timeOffset="14344.35">19821 10315 0,'0'11'31,"0"-22"32,0-22-63,0 0 15,0 12-15,0-23 16,22 0 0,11 33-1,11 11 1,-33 11 31,-11 22-32,0-22 1,0 11 0,0-11-1,11-11 32,0-22-31</inkml:trace>
  <inkml:trace contextRef="#ctx0" brushRef="#br0" timeOffset="14552.72">20128 10151 0,'0'0'0,"10"11"15,1 11-15,11 32 32,-11-43-17,-11 0 1</inkml:trace>
  <inkml:trace contextRef="#ctx0" brushRef="#br0" timeOffset="15263.34">20543 9834 0,'-11'54'15,"-32"12"17,-1-33-32,11 11 0,11-22 15,-11 21-15,-10 12 32,53-55 14,56 22-30,98 43 15,-131-32 1,-33 0-17,0-11 1,-22 0 15,11-22-15,0 0-1,-22 0 1,1-11-16</inkml:trace>
  <inkml:trace contextRef="#ctx0" brushRef="#br0" timeOffset="15848.53">20292 9517 0,'54'0'16,"1"43"-1,33 34-15,-23-33 16,154 98 0,-33 0-1,-110-87 1,-32-1-16,44 34 16,-66-55-1,-11-22 1,-11 0 15</inkml:trace>
  <inkml:trace contextRef="#ctx0" brushRef="#br0" timeOffset="30862.27">7548 12514 0,'11'0'31,"0"0"-15,0 0 15,0 0 32,0 0-32,10 0 0,1 0-15,-11-11-1,11 11 1,-11 0 0,0 0-1,0 0 1,0 0 31,-33 0 171,11 0-202,0 0 0,-11 0-16,0 0 15,11 0 1,0 0 0,1 0-1,-1 11 1,0-11 46,0 0 48,0 0-79,22 0 141,11 0-157,-11 0-15,-1 0 16,1 0-16,0 0 16,11 0-1,11-11 17,-11 11-17,-11 0 1,0 0-1,0 0 1,0 0 31,-22 0 78,0 0-109,0 0-16,0 0 15,0 0-15,0 0 16,0 0-1,-11 0 17,11 0-32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55:36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11661 5743 0,'22'0'31,"32"0"-31,12 0 16,54 0-16,12 0 15,10 0-15,11 11 16,131-11 0,285 11 15,22 0 16,-427-11-47,230 0 31,-263 0 0,-120 0-15,0 0 140,0 0-156,33-11 16,10 0-1,23 0 1,-55 11-16</inkml:trace>
  <inkml:trace contextRef="#ctx0" brushRef="#br0" timeOffset="1709.99">21473 5568 0,'11'0'63,"22"0"-47,11 0-16,43 0 15,-21 0-15,120 11 31,197 32 1,-110 1-1,-262-44 0</inkml:trace>
  <inkml:trace contextRef="#ctx0" brushRef="#br0" timeOffset="15245.58">2724 10764 0,'11'0'47,"11"0"-47,10 0 15,1 0-15,99 0 31,239 54 1,-130-21-1,-77-33 0,252-11 0,-154 0-15,-21 11 0,-55 0-1,-55-11 1,-10 0 15,-12-11-15,-54 11-16,-1 11 15,34 0 1,10-10 0,-76 10-1</inkml:trace>
  <inkml:trace contextRef="#ctx0" brushRef="#br0" timeOffset="58613.63">3905 2275 0,'11'55'79,"-11"11"-64,0-23-15,0 23 16,0 0-16,0 98 15,-11 98 32,11-87-15,11-65-1</inkml:trace>
  <inkml:trace contextRef="#ctx0" brushRef="#br0" timeOffset="59294.64">4244 2111 0,'0'33'31,"11"76"0,-11-54-31,0 33 16,0-23-16,0 23 15,0-23-15,-11 23 16,-11 76 0,22 77 15,0-143 0,0-43 0,0-33 16</inkml:trace>
  <inkml:trace contextRef="#ctx0" brushRef="#br0" timeOffset="60366.99">3544 2603 0,'33'0'47,"11"0"-32,10 0 1,100-21 0,152 10 15,-98 11 0,-132 0 0,-21 0 1,-11 0-17,-22 0 1,43 0 15,-21 0-15</inkml:trace>
  <inkml:trace contextRef="#ctx0" brushRef="#br0" timeOffset="61493.46">3621 2975 0,'22'0'78,"-11"0"-62,142-22 31,241 22-16,-110 0 0,-251 0 0,-11 0 1,-11 0-32,0 0 47,-1 0-47,1 0 31,0 0 94,11 0-94,-11 0-31,0 0 16,11 0-16,-11 0 15,0 0 1,11 0 0,-11 0 15</inkml:trace>
  <inkml:trace contextRef="#ctx0" brushRef="#br0" timeOffset="65959.31">5163 2833 0,'22'0'109,"-11"0"-109,0 0 16,22 0-16,21 0 15,143 0 32,-33 0-15,44-11-1,-87 11-16,-45-11 1,-43 11 0,65 0-16,-21-11 15,10 11 17,-21 0-17,-33 0 1,0 0-1,0 0 1,10 11 0,23-11-1,21 22 1,1-22 0,-77 0-1,-22-11 141,-11-11-140,11 0-16,0 11 16,0 1-1,-11-12-15,11 11 16,-10-11 0,10 11-1,-11-11 1,11 11-1,-22 0 1,-11-11 0,22 11-1,-10 0 17,10 11-17,11-11 1,0 1-1,44 42 95,21-10-110,-32 0 15,0-11-15,0 0 16,11 0 0,-22 0-16,22 0 15,-12 0 17,12 0-32,-11 0 15,11 21 1,0 1-1,-11-11 1,-11 0 0,0-11-1,10 0 1,-10 0 0,0 0-1,0-11 1,-22 11 109,-43 0-110,-111 10 1,100 1-16,-23 0 16,12-22-16,-12 22 15,-21 22 1,10-22 0,34 11-1,-1-23 1,33 12-1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58:44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3008 8237 0,'44'0'62,"33"0"-46,-23 0-16,99 0 31,77 0 0,-121 0-31,154 0 16,339 0 15,-88 0 0,-361 0-15,-44-22 0,-43 11-1,-44 11 1</inkml:trace>
  <inkml:trace contextRef="#ctx0" brushRef="#br0" timeOffset="2127.04">6771 8204 0,'33'0'63,"33"0"-48,-12-11-15,-10 11 16,22 0-16,229-22 31,296 11 1,-11 0-1,-198-11 0,-185 22 0,-120-11-15,-33 11 0,-23 0-1,-10 0-15,22 0 31,-11-11-15,33 1 0,43-12-1,23 22 1,10 0 0,55 0-1,-22 0 1,11 0-1,-44 0 1,-54 0 0,-66 0-1</inkml:trace>
  <inkml:trace contextRef="#ctx0" brushRef="#br0" timeOffset="8272.39">7482 9232 0,'11'0'62,"11"0"-46,-11 0-16,11-11 15,22 11 1,120 0 31,-44 0-16,-76-11 16,-22 11-16,-11 0-15,21 0-1,1-11 1,22 11 0,-44-11-16,0 11 15,11 0 1,-11 0 0,10-11-1,-10 11 1,0 0 15,0 0 0,0 0-15,11 0 0,-11 0-1,0 0 1,11 0-1,-11 0-15,11 0 32</inkml:trace>
  <inkml:trace contextRef="#ctx0" brushRef="#br0" timeOffset="12367.41">10884 9254 0,'0'0'0,"22"0"15,-11 0 1,0 0-16,0 0 16,0 0-1,11 0-15,-11 0 16,21 0-1,1 0 17,22-11-1,-66 11 125,-11 0-156,0 0 16,11 0-16,-21 0 15,-34 11 1,11 0 0,22-11-1,1 0 1,21 0 0,0 0 15,0 0-16</inkml:trace>
  <inkml:trace contextRef="#ctx0" brushRef="#br0" timeOffset="15947.28">6990 7482 0,'-11'0'16,"0"0"15,0 0-31,0 0 16,0 11 0,0 0 15,0 0-16,11 54 32,11-10-15,11-22-1,-11-22-16,0 0 1,0-11 0,11 0-1,-11 0 1,0 0 31,0-22-47,0-22 15,-11 0 1,0 12 0,0-1 15,-22 0-15,11 22-1,-11 0 1,-11-11-1,11 11 1,0 11 0,1-22-1,10 22 1</inkml:trace>
  <inkml:trace contextRef="#ctx0" brushRef="#br0" timeOffset="16663.39">7252 7427 0,'0'0'0,"11"22"0,0 0 15,0-11-15,-11 11 16,11 0-16,-11 0 16,11-11-1,-11-1-15,0 34 32,0-22-1</inkml:trace>
  <inkml:trace contextRef="#ctx0" brushRef="#br0" timeOffset="18055.64">7471 7460 0,'0'-11'31,"0"0"-16,11 11 1,0-11 15,0 11 1,33 0-1,-33 22-31,22 33 31,-33 10 0,0-32-15,0-22 0,0 0-1,-11 0 1,22-11 171,0 0-171,-1 0-16,1 0 16,0 0-16,0 0 15,0 0 1,0 0 15</inkml:trace>
  <inkml:trace contextRef="#ctx0" brushRef="#br0" timeOffset="20038.73">7745 7362 0,'11'0'62,"0"0"-62,0 0 32,10 0-17,-10 0 16,-11 54 1,0-10-1,-43-22 0,32-11-15,33-11 78,-22 11-94,21 0 15,-10 0-15,0 0 16,11 11-1,-11-1 1,0 1 0,-11 11-1,0-22 1,0 0 0,-11-11 30,0 0-30,-11 0 0,11 0-1,0 0 1</inkml:trace>
  <inkml:trace contextRef="#ctx0" brushRef="#br0" timeOffset="21702.48">10786 9965 0,'11'0'32,"22"-22"-32,32 0 15,23 11-15,-1-11 16,23 12-16,-56-1 15,45-11 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0:59:33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6738 6771 0,'22'0'125,"0"0"-110,11 0-15,22 0 16,10 0-16,613 44 78,-448-33-47,-99-11 1,-98 0-32,66 0 31,-45 0-15,1 0-1,-33 0 1,-11 0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0:39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3555 7198 0,'22'0'79,"22"0"-64,-11-11-15,-1 0 16,12 11-1,33 0 1,76-11 15,44 11 1,-44 0-1,-77 11 0,-65-11-15,11 0-1,11 0 1,22 0 15,-33 0-15,11 0-1,21 0 1,-21 0 0,44 0-1,-56 0 1,23 0 0,0 0-1,0 0 1,43 11-1,12-11 1,-45 0 0,-10 0 15,-11 0-15,-11 0-1,0 0 1,-11 0 15</inkml:trace>
  <inkml:trace contextRef="#ctx0" brushRef="#br0" timeOffset="2536.48">6345 7132 0,'10'0'47,"23"0"-32,-11 0 1,208 33 15,87 21 16,-207-54 16,-89 0-63,56 0 31,-11 0-16,-23 0 1,23 0 0,0 0-1,10 0 1,-10 0 0,-1 0-1,45 0 1,-23 0-1,23 0 17,-45 0-17,1 0 1,11 0 0,-1 0-1,-10 0 1,-22 0-1,-1 0 1,-10 0 0,11 0-1,22 0 1,-12 0 0,45 0-1,-34 0 1,-54 0-1,0 0 32</inkml:trace>
  <inkml:trace contextRef="#ctx0" brushRef="#br0" timeOffset="12672.54">3719 7843 0,'11'0'47,"11"-11"-47,87-11 31,-21 22-31,251-33 47,-98 33-16,-208 0-15,54 0-1,22-11 1,23 11-1,152 0 1,-109 0 0,-22 0-1,44 0 1,-33 0 0,22 0-1,-11 11 1,22 11-1,33-22 17,-22 11-17,-44-11 1,-55 0 0,11 0-1,23 22 1,-23-11-1,33 22 1,-11-11 0,44 0-1,-22-1 1,-109-10 0,109-11-1,0 11 1,-32-11-1,32 11 17,98 0-17,-131-11 1,-10 0 0,-45 0-1,-10 0 1,-55 0-1,11 0 1</inkml:trace>
  <inkml:trace contextRef="#ctx0" brushRef="#br0" timeOffset="22983.25">15960 8466 0,'-22'11'63,"0"-11"-63,0 0 15,-11 11-15,12-11 16,-1 11-16,-11 0 15,-448 11 48,262-33-16,164 0 0,-11 11-16,45 0-15,10 0-1,0 0 1,0 0 15</inkml:trace>
  <inkml:trace contextRef="#ctx0" brushRef="#br0" timeOffset="27183.66">16288 9123 0,'0'0'0,"-11"0"0,-11 0 16,-22 0-16,-32 0 15,-23 0-15,-21 0 16,22 0-16,-34 0 16,-174 22 15,-33-11 0,-142 0 0,120-1 1,295 1-1,55-11-15,0 0-1,0 0 16,0 0-31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1:26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7570 7198 0,'22'0'156,"-11"0"-140,-1 0-16,34 0 31,77 0 0,-12 21 0,-76-21 1,-22 0 15,11 0-32,-11 0 95,-1 0-79,12 0 0,-11 0-15,0 0-1,0 0 95</inkml:trace>
  <inkml:trace contextRef="#ctx0" brushRef="#br0" timeOffset="3094.49">14866 9724 0,'22'0'62,"11"0"-46,10-11-16,34 11 16,21 0-16,252 11 31,-65 44 0,10-22 0,-120-11 1,66 32-1,-88-21-15,33 0-1,-55-22 1,-54-11-1,10 0 1,-32-22 15,-22 22-31,0 0 16,32-11 0,23 0-1,-23 0 1,-21 11-1,0-22 1,22 12 0,-45-12-1,12 22 1,0-33 0,11 22 15,-22 11-31,0-11 0,10 0 15,-10 0 1,-11 11 15,0 0-15</inkml:trace>
  <inkml:trace contextRef="#ctx0" brushRef="#br0" timeOffset="6030.5">5743 8434 0,'11'0'47,"22"11"-32,32-11-15,56 21 16,43-10-16,22 22 16,54-22-16,307 0 31,-33 11 0,-437-22 0,-66 0 1</inkml:trace>
  <inkml:trace contextRef="#ctx0" brushRef="#br0" timeOffset="7711.61">8532 8368 0,'11'-11'109,"11"11"-109,11-11 16,22 11-16,295 0 62,-339 0 360,0 0-406,0 0-16,-1 0 15,12 0 1,-11 11-16,0-11 16,11 0-16</inkml:trace>
  <inkml:trace contextRef="#ctx0" brushRef="#br0" timeOffset="10071.1">9911 8510 0,'11'0'109,"0"0"-93,-1 0-16,1 0 15,77 0 1,142-11 31,21 0-16,34 11 0,-78 0 1,-141 0-17,-33 0 1,-22 0-1,0 0 17,0 0-17,0 0 1,0 0-16,10 0 31,-10 0-15,0 0-1</inkml:trace>
  <inkml:trace contextRef="#ctx0" brushRef="#br0" timeOffset="19318.95">12219 8532 0,'11'0'79,"0"0"-64,21 0-15,78 0 31,65 0 1,76 0-1,23 0 0,-208 0 0</inkml:trace>
  <inkml:trace contextRef="#ctx0" brushRef="#br0" timeOffset="23918.86">14833 10424 0,'33'0'47,"54"0"-31,1 0-16,-1 0 15,12 0-15,-1 0 16,329 0 31,76 11 0,-153 0-16,-54 0 0,-56 0 0,-76 0-15,-32-11 0,-45 0-1,-54 0 1,-22 11-1,0-11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2:10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5929 6968 0,'0'0'0,"11"0"15,0 0 1,0 0 0,-11-11-1,11 11 1,11 0 31,10 0-16,12-11 16,-55 11 172,0 0-204,0 0-15,0 0 16,0 0-16,0 0 31,-10 0-31,10 0 31,0 0-15,0 0 0,0 0-1,0 0 1,0 0 31,22 0 47,0 0-94,0 0 15,11 0-15,0 0 16,-12 0-1,23 0 1,-11 0-16,0 0 16,-11 0-1,0 0 1,0 0 15,0 0 32,-33 0 30,0 0-77,11 0-16,0 0 16,-33 0-1,23 0 1,10 11 0,-11-11-1,11 0 1,22 0 109,0 0-125,11 0 15,-1 0-15,12-11 16,-22 11 0,0 0-1,-22 0 79,0 0-94,-11 0 16,11 0-16,0 0 15,-21 0 1,21 0 0,-11 0-1,11 0 1</inkml:trace>
  <inkml:trace contextRef="#ctx0" brushRef="#br0" timeOffset="10120.25">6509 6957 0,'-11'0'156,"0"0"-140,0 0 15,22 0 156,0 0-171,11 0-16,-11 0 16,-1 0-16,1 0 15,0 0 1,-22 0 109,-10 0-110,-45 0 17,33 0-17,66 0 95,-11 0-110,-11 0 15,0 0 1</inkml:trace>
  <inkml:trace contextRef="#ctx0" brushRef="#br0" timeOffset="11848.4">9200 6968 0,'11'0'219,"-1"0"-204,-20 0 142,-23 0-142,22 0-15,-44 0 31,66 0 32,0 0-47,33 0-1,-22 0 32,-22 11 156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2:55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7045 11956 0,'-66'33'0,"0"-11"16,-21 10-16,-23 12 16,-10-11-1,33 11-15,-45-1 16,45 1-16,32-22 15,11-11-15,33-11 16,55 11 47,284-11-17,-262 22-14,-66 43 15,0-10-32,-22-11 1,-43 0-1,21-12 1,11-21 0,22-11-1,-11 11 1,-44-11 0,1-43-1,32-12 1</inkml:trace>
  <inkml:trace contextRef="#ctx0" brushRef="#br0" timeOffset="598.57">7406 11978 0,'-22'54'16,"0"-21"-16,-11 33 15,-11 21-15,-21 45 16,21-12-16,-22-22 16,1 34-16,21-56 15,-22 34 16,55-110 16,0-99-31</inkml:trace>
  <inkml:trace contextRef="#ctx0" brushRef="#br0" timeOffset="998.74">6946 12404 0,'33'0'63,"22"0"-48,-1 11-15,34 11 16,32-11-1,99 0 1,11-11 0,-77-11-1,-131-11 1</inkml:trace>
  <inkml:trace contextRef="#ctx0" brushRef="#br0" timeOffset="1631.36">7548 12776 0,'0'11'16,"11"-11"31,0-11-16,32-109 0,89-66 1,-67 131-17,12 12 1,-22 32-1,-23 11 1,-10 0 0,22 0-1,-11 0 1,0 0 0,-22 0-1,0 0 1</inkml:trace>
  <inkml:trace contextRef="#ctx0" brushRef="#br0" timeOffset="5268.64">8226 12754 0,'0'0'0,"11"0"0,0 11 0,0 0 31,-11 11-31,0-11 32,0 0 30,-11-11-46,0 0 15,11-11 0,0-11-31,22 11 31,-11 11-15,0 0 0,0 0-1,0 11 1,0 11 0,-11-11-1,0 11 1,-22-11-1,0-11 1,11 0 15,0-11-31,0-22 16,11 22 0,0-11-1,0 33 79,-22-11-47,11 0-32,0 0-15,-11-11 16,22 0 0,-11 11-16,11-11 15,0 0 1,11 11 0,0 0-1,0 0 1</inkml:trace>
  <inkml:trace contextRef="#ctx0" brushRef="#br0" timeOffset="7653.38">8576 12393 0,'0'11'110,"0"22"-110,0 0 15,-11-11-15,-11 109 32,33-54-1,33-23 0,33-43 0,21 11 1,-87-22-32,0 0 47,-11-11-47,33-54 15,-22-12 1,-11-21 15,0 54-15,0 33-1,0 0 1,0 0 0,-11 0-1,0 11 1,0 0-1</inkml:trace>
  <inkml:trace contextRef="#ctx0" brushRef="#br0" timeOffset="9405.89">9014 12557 0,'0'0'0,"11"22"16,0 22-16,-11 22 15,0 10-15,-11-21 16,0 0-16,-11-22 16,22 10-16,-22 23 31,22-55-31,0-33 141,0-22-126,0 33-15,0-22 16,0-10-1,11 10-15,22-44 16,-22 12 0,21 21-1,-21 11 1,11 11 0,-11 11-1,11 0 1,0 0-1,-11 11 1,0 0 0,43 33 31,-54 33-32,0-22 1,0-12-1,-32 1 1,-12-11 0,-11-22-1,1 0 1,10-22 0,11 11-1,-11-32 1,33 10-1,11 22-15</inkml:trace>
  <inkml:trace contextRef="#ctx0" brushRef="#br0" timeOffset="10288.44">9254 12612 0,'0'0'0,"22"33"16,-22 22-1,11-12 1,-11 23 15,0 0-15,-11-12-1,0-10 1,0-11 0,0-11-1,0-11 1,0-22 31,1-22-32,10 0-15,0-32 16,0-1 0,10 0-1,12 12 1,11-1 0,44-11 15,-55 55-16,10 0 1,-21 0 0,0 22-1,11 44 1,0-11 0,-11 21-1,0-21 1,-11-22-1,0-11 1,-11-11 0,-55-11-1,12-33 1,-1 33 15,33-10-15,11 10-1,0 0 1,11 0-16</inkml:trace>
  <inkml:trace contextRef="#ctx0" brushRef="#br0" timeOffset="11089.46">9615 12623 0,'11'11'16,"-11"0"-16,22-11 16,-11 11-16,0-11 15,11 0-15,11 0 16,-1 0 15,-21-33 0,-11 0 1,-32 22-1,-45 11 0,0 0-15,34 22-1,21 0 1,11 0 0,11 11-1,11 0 17,11-1-32,43 12 15,1 0 1,32-22-1,-32-22 1,-22 0 0,-22-11-1,-11-11 1,-11 0 0</inkml:trace>
  <inkml:trace contextRef="#ctx0" brushRef="#br0" timeOffset="11556.64">9965 12853 0,'0'-11'78,"0"-11"-63,0-11-15,0 11 16,0-11 0,22-21-16,11 10 31,11 11-15,-11 22-1,10 11 1,12 0-1,43 44 1,1-11 0,-33-33-16</inkml:trace>
  <inkml:trace contextRef="#ctx0" brushRef="#br0" timeOffset="12438.7">10906 12350 0,'-11'0'15,"0"0"1,-11 0-16,0 0 15,1 11 1,-1 0 15,-22 54 1,-33 132-1,34 22 0,64-110 0,12-76-15,-11 0 0,0-33-16,-11 11 15,0-11 63,0-11-78</inkml:trace>
  <inkml:trace contextRef="#ctx0" brushRef="#br0" timeOffset="13150.56">10939 12295 0,'55'33'31,"10"21"-15,-10 1-16,-11 0 16,-1 0-16,-21-12 15,55 165 16,-66-22-15,-55 22 31,22-186-47,-22 32 31,1-32 0,10-11-15,22 0 0,0 0 15</inkml:trace>
  <inkml:trace contextRef="#ctx0" brushRef="#br0" timeOffset="32310.51">9189 10906 0,'11'0'63,"0"0"-48,32 0 1,1 0-16,87 0 31,77 11-15,263 11 31,-176-11-16,-164-11 0,-54 0-15,43 10-1,11-10 1,-76 0 0,-44 0-1,0 0 48,11 0-48,-11 0 1,22 0 0,-12 0-1,-10 0 32,11 0-31,-11 0-16,0 0 15,22-10 1,-22 10 15,0-11-15,0 11-1,22 0 1,-12 0 15</inkml:trace>
  <inkml:trace contextRef="#ctx0" brushRef="#br0" timeOffset="33775.49">9517 9954 0,'11'-11'0,"11"11"31,-11 44-15,10-11-16,-10 0 15,55 142 16,-55-110-15,0-10 31,-22-55 15</inkml:trace>
  <inkml:trace contextRef="#ctx0" brushRef="#br0" timeOffset="34301.46">9473 9954 0,'44'-33'78,"-11"33"-63,32-11-15,1 0 16,10 0 0,34 11-1,-66-10 1,-12 10 0</inkml:trace>
  <inkml:trace contextRef="#ctx0" brushRef="#br0" timeOffset="34910.99">9878 10282 0,'-11'-11'47,"11"-87"0,33 32-16,10 33 1,-21 33-17,-11 0 1,11 0 0,33 0-1,-44 0 1,0 11-1</inkml:trace>
  <inkml:trace contextRef="#ctx0" brushRef="#br0" timeOffset="35592.97">10129 10085 0,'11'11'62,"-11"11"-62,33 33 31,11 10 1,-33-43-17,11-22 1,-11 0 15,0 0-15,21-11-1,-10-21 1,-11-1 0,-11 0-1,11 11-15,-11-11 16,0 22-1,0 0 1,-22 11 15,11 0-15</inkml:trace>
  <inkml:trace contextRef="#ctx0" brushRef="#br0" timeOffset="36460.61">10512 10129 0,'0'0'0,"33"-11"31,11 0-15,98-22 15,-131 12 0,-22 21 0,0-11-31,-33 11 47,-10 0-47,21 0 31,-11 11-15,11-1 0,0 12-1,23-11 1,-1 11 0,11 0-1,21 33 1,34-12-1,11 1 1,-33-44 0,-12 11-1,12-11 1,0 11 15,-11-11-31,-11 0 16,0 0 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3:56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19537 9484 0,'11'0'16,"0"0"-16,0 0 16,11-11-16,-12 11 15,12 0-15,0-11 16,11 11-16,0-11 31,43 11 0,23 0 1,10 0-1,-21-11 0,-55 11-15,21 0-1,1 0 1,-22 0 0,0 0-16,54 0 15,-10 0 17,-34 0-17,1 0 1,0 0-1,11 0 1,-22 0 0,-1 0-1,1 0 1,11 0 0,0 0-1,10 0 1,-32 0-1,-11 0 1,11 0 0,0 0 15,11 0-15,10 0-1,1 0 1,-33 0-1,0 0 1,0 0 0,0 0-1,11 0 1,11 0 0,-22 0-1</inkml:trace>
  <inkml:trace contextRef="#ctx0" brushRef="#br0" timeOffset="6528.53">19712 10063 0,'22'0'16,"-11"0"15,11 0-31,21 0 15,-21 0-15,77 0 47,-34 0-31,77 0 15,77 0 0,-22 0 1,-120 0-17,-12 0 1,-10 0 0,11 0 15,-33 0-16,21-10 1,-21 10 0,11 0-1,10 0 1,12 0 0,11 0-1,-1 0 1,-43 0-1,-22 0 1,0 0 0</inkml:trace>
  <inkml:trace contextRef="#ctx0" brushRef="#br0" timeOffset="11200.37">19581 10479 0,'11'0'157,"-1"0"-142,1 0 1,0 0-1,0 0 1,33 0 0,0 0 15,43 11 0,66-11 0,-87 0-15,-11 0 0,-11 0-1,-1 0 1,34 0 0,-11 0-1,32 0 1,-21 0-1,-1 0 1,12 0 0,43 0 15,-55 0-15,1 22-1,21-11 1,1 0-1,-12 0 1,-43-11 0,-11 11-1,-22-11 1,0 0 0,0 0-1</inkml:trace>
  <inkml:trace contextRef="#ctx0" brushRef="#br0" timeOffset="25143.64">13378 11267 0,'11'0'46,"0"0"-30,11 0 0,350-44 46,-295 44 1,-88 0 62,0 0-125,-11 0 15,0 0-15,0 11 16,0 0-16,-22 0 16,-21 11-1,10-11 1,22-11 15,-21 0-15,32 0-1,0 0 1,0 0 0,0 0-1,0 0 1,0 0-1,11 0 1,0 0 0</inkml:trace>
  <inkml:trace contextRef="#ctx0" brushRef="#br0" timeOffset="45663.36">10786 12579 0,'11'0'15,"0"0"-15,0 0 16,0 0-16,10 0 31,-10 0-31,0 0 32,0-11-1,0 11-16,11-11 17,-11 11-32,0 0 31,11 0-15,0 0-1,21 0 1,-32 0-1,-22 0 189,-10 0-189,10 0-15,0 0 16,-11 0-1,11 0 1,0 0 0,-11 0-1,0 0 1,11 0 0,-11 0-1,11 0 16,-10 0-15,10 0 0,-11 0-1,11 0 1,0 0 0,0 0-1,0 0 1,0 0-1,0 0 32</inkml:trace>
  <inkml:trace contextRef="#ctx0" brushRef="#br0" timeOffset="47295.63">12777 12557 0,'22'0'63,"-12"0"-63,23 0 15,0 0-15,44 0 32,-34 0-1,-10 0 0,-11 0 0,-44 0 63,-11 0-94,1 0 16,-1 0-16,0 0 15,0 0-15,-11 0 16,23 0 0,10 0 15,22 0 156,-1 0-187,12 0 16,0 0-16,-11 0 31,0 0-31,0 0 16,0 0-1,-11 11 1,11-11 0,0 0-1</inkml:trace>
  <inkml:trace contextRef="#ctx0" brushRef="#br0" timeOffset="54847.53">20128 12820 0,'0'0'16,"207"-11"0,-130 0-1,-44 11-15,21 0 16,-21 0-16,-11 0 15,0 0 17,-11 0 30,87 0-31,56 0 1,-122 0-17,1 0 1,-22 0-16,11 11 16</inkml:trace>
  <inkml:trace contextRef="#ctx0" brushRef="#br0" timeOffset="56993.13">10064 6552 0,'11'0'63,"43"0"-48,-21 0-15,33 0 16,-1 0-16,264 0 31,316 0 0,-186 0 1,-98-22-1,22 11 0,-76 0-15,-176 11-1,-22-10 1,-76 10 15,-11 0-15,-11 0-1,22 0 1,10 0 0,23 0-1,-33 0 1</inkml:trace>
  <inkml:trace contextRef="#ctx0" brushRef="#br0" timeOffset="74191.17">12098 6837 0,'11'0'16,"0"0"187,0 0-172,0 0 0,0 0-15,33 0 0,11 0 15,-45 0 0,12 11 78,-11-1-93,0 1-16,11 0 16,-22 11-16,11-22 15,0 33 1,11-11 0,-22 11-1,0 10 1,0-21-1,0 11 1,0-11 0,0 0-1,0 0 1,-11 0 0,0 0-1,-22 21 1,0-10-1,1-11 17,-12 11-17,22-22 1,-11 11 0,11 0-1,0-1 1,-10 1-1,21-22 1,0 22 0,0-22 93,22 0 16,0 0-109,0 0-1,10 0-15,-10-11 16,0 11 0,11-11-16,0-11 15,22 1 1,-22-1 15,0 11-15,-1 0-1,-21 0 1,11-22 0,0 11-1,-11 0 1,11 0-1,0 1 1,-11-1 0,0 11-1,0 0 1,11 0 0,-11 0-1,0 0 1,0 0 15,0-11-31,-22 11 16,11-11-1,-11-11 1,1 1 0,-1 21-1,11-11 1,0 11-1,0 11 1,0-11 15,0 11-15,0-11 0,0 11-1,11-11 32,-11 11-16,0 0 63,0-11-94,0 0 172,-11 0-156,1 11 30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7:28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14210 11540 0,'0'0'0,"0"-22"16,0 11-16,0-11 15,0 12-15,0-1 16,0-22-16,0 22 16,0 0-1,-11 0-15,11-33 31,-11-21 16,0-34-15,11 12-1,11 10 0,22 33-15,-1-10-1,12-1 1,22-11 0,-22 44-1,32-32-15,-43 32 16,208-98 15,-66 54-15,11 11-1,21 22 1,12 1 0,11-1-1,-11 22 1,-12 0-1,-31 11 1,9 0 0,23 0-1,-22 22 1,88 11 0,-110-12-1,11 12 1,22 0-1,0 11 17,-44-22-17,-22 21 1,22 23 0,0-11-1,1 10 1,-23-10-1,0 22 1,-11 10 0,-87-43-1,0 0 1,11 54 15,-22 22-31,-22 23 16,0 32 15,-33-22-15,-55-11-1,12-22 1,-88 12 0,-143 43-1,100-77 1,21 11-1,-11-21 1,-22-11 0,33-23-1,-22-21 1,-54-33 0,-34-11-1,-10-33 1,-11-10 15,21-1-15,-32 0-1,98 12 1,23-23 0,53 11-1,1-10 1,-44-23-1,1-21 1,75 32 0,-10 1-1,32 10 1,12-33 0,10 12-1,-21-66 1,43 43 15,11 12-15,-10 10-1,32 23 1,0-12 0,22 12-1,11-23 1,0 23-1,0 10 1,0 0 0,0-11-1,11 23 1,-11 10 0,21-22-1,12 22 16,11-10-15,10-1 0,23 11-1,10-11 1,45 22 0,-1-10-1,77 10 1,-132 11-1,-10 11 1,-34 0 0,23 0-1,-11 0 1,-11 11 0,32 0-1,23 32 1,32 1 15,77 11-15,-11-11-1,-11 10 1,164-10 0,-77-33-1,44 11 1,55 11-1,11 10 1,-33-21 0,-76-11-1,-23 44 1,-21-33 0,-33 11-1,-66-11 16,-11 10-15,-32-10 0,-33 11-1,-12 0 1,12 11 0,11 54-1,21-10 1,-32 43-1,0 0 1,-1 22 0,-21-21-1,-33-34 1,0-11 0,0 23-1,-22-66 1,0-12 15,0-10-15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40" units="cm"/>
          <inkml:channel name="Y" type="integer" max="1920" units="cm"/>
          <inkml:channel name="T" type="integer" max="2.14748E9" units="dev"/>
        </inkml:traceFormat>
        <inkml:channelProperties>
          <inkml:channelProperty channel="X" name="resolution" value="60.97152" units="1/cm"/>
          <inkml:channelProperty channel="Y" name="resolution" value="57.14286" units="1/cm"/>
          <inkml:channelProperty channel="T" name="resolution" value="1" units="1/dev"/>
        </inkml:channelProperties>
      </inkml:inkSource>
      <inkml:timestamp xml:id="ts0" timeString="2021-01-19T11:09:18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2538 10206 0,'-11'11'78,"-22"-11"-62,0 11-1,-11-11 17,-109 0 14,-65-33-14,53 0-1,122 22-31,-23 11 16,-65 0-1,0 0 1,32 0-1,12 0 1,21 0 0,11 0-1,-21 0 1,10 22 0,0-11-1,1 0 16,-12 22-15,44-12 0,1 1-1,-12 11 1,11 0 0,0 0-1,0 21 1,1 1-1,-12 22 1,22-12 0,0 45-1,0-12 1,22-32 0,-11 43 15,11-43-16,0-11 1,22 10 0,-11 34-1,22-34 1,11 23 0,-22-23-1,21 1 1,1 11-1,11 10 1,21 44 0,-21-54-1,11 10 1,10 12 0,12 10-1,65 1 16,11 10-15,-55-43 0,1-34-1,-56 1 1,34 0 0,-1-11-1,67 10 1,-34 1-1,-22-33 1,-10 0 0,-1 11-1,34 0 1,43 11 0,11-1 15,-11-21-16,-66-11 1,-21 0 0,-11 0-1,65-11 1,-11-10 0,-10 10-1,-23-11 1,-43 11-1,-33 11 1,11-11 0,-1 0-1,12 11 1,11-22 0,-33 22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F8069-DA7D-4C38-AF8B-131B51245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649B5-C0F8-4AB0-9679-86217DDE87D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082AF8A-64F5-4E3B-A833-3066CE67EC0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37CFB-93F3-4A41-8DFF-23B61939209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28F33-7110-4DE0-9CA1-789FF87CF88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0E0AA-C5C2-45A4-A3C7-BB4D16B34F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5BC3FC3-AFA5-48BE-A17F-59A961FC965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8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6E57A-DEAD-4A20-A79B-B6126A5555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4EE64DA-9DCC-4FAA-ABC9-5969062DB9FD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AD6CF-C939-4F42-8222-C7E43712FC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AA73A-08CF-4E67-961B-253A85DB01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0E32-65D1-4E10-AF75-6DFA7E302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6025E-9FCD-487F-A0C8-BE21CFAF1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979F-E2CA-410B-BAE2-E1DC575A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C46E1-C1D7-4CD5-BDE2-EA2695B9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3F643-B5C3-43B7-9B46-85D78D2E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2E2906-24E0-4EE9-9B10-1D6CAD8EF64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58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C3BA-1DA0-456C-95EF-60676536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B1F3D-A42A-4FEA-B885-300DCAD5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BF99-6C6B-46CB-B279-BE66CA99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5A07C-F908-4135-95AF-EED53EE5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DD624-4247-4574-BB22-919049F6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88BCB7-153B-498E-BCC0-E068BC0B9D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7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9115-8ACD-45F3-8E66-4FA2F497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D67DF-4EAB-4916-BDAD-6D1DEBF70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DA097-1F80-457C-AB3B-29362C14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382C7-3240-48E8-9A1B-5D986B29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D28B-95DC-4362-B527-B3EDA230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D75469-4082-465A-A7C5-5D125B5FB93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52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0CE2-8FD4-4887-AD96-F1C14EDC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0D0DE-E455-410F-BF8C-D76260445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6C800-DF92-493E-8DA8-DCC8F1279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6A404-9267-4265-B07E-2CF494E0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F98FC-0C20-42AD-8323-3137D0E2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51A44-2344-4E7E-A7C3-445BB77F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EF0789-DD6C-4A5F-8C67-517B2DAADEA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31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DC68-7216-437B-9C4C-4D359D8E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4B01B-D2EB-4E80-AD42-59C6AF6CA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1F5F5-0CB1-4E8F-A2B0-8EB990852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C01C2-83A1-45EF-9E51-160672129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C2B88-5D06-4F1A-ABDF-B418D6059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C6784-81EC-4EBB-8BCD-9081844E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B022D-785E-41E4-82EF-8CB2FE0E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F6E25-5238-4399-AB9C-79DF8F2B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E9E148-2255-47F0-AFBE-934570487F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09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E31B-89DF-4190-8548-70A19143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8FA7E-E38D-4CAE-8341-B4336259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67F1A-C1CE-4168-A22D-7D5E1FA0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0990F-444A-4692-A918-B9B78CCD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529EC93-F232-45D7-8319-D51CE725167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54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7FAA4-8E62-4F98-9B9C-D2308EDA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BEEFC-14C4-4F7F-949E-C13C261E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A8895-8131-4E30-BF4A-38280D31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380ECE-D220-4A40-AF22-D949C09F47B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050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1BB3-FE7A-4BB9-AC7B-148807974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FD20-321D-4663-8F4C-B75FC036B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3F794-5F46-41E0-A6F0-A6A9C29DE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C1935-6456-4B84-8890-C1A545B7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B82E6-1061-4F85-8A34-C56EFE73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32D61-A2BC-4773-ACD3-3C3F4ADA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35D5BA-A0A7-4355-84DA-B3B41FF4F88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1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268F-952E-400D-B507-8204434D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26EA-5F8E-4952-8600-A653DCCEF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4D02D-9062-46DD-BA07-0DC894F73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BC605-E368-433A-AB37-4DA3CC64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C7F73-DD54-45F8-BB88-1895D8AE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7BB9-B03A-4362-8434-881382C1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3F8852-4F3A-4F14-845E-7E15CE6A05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55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F9AF-3636-4270-911E-34CF381E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4FA7-7991-4A5B-8FB5-0E7BA1C04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C105E-3845-45AF-B84B-26B7CBD1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54414-659C-4D7B-BAF7-62813754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24656-ECE1-40A0-BEB6-91F41A9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74F5D2-2549-45E3-9D06-8F2CFF673A1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68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FC020-F0E3-45E2-9D93-736DFC25E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2FA59-B140-4673-96C5-F987AB104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B3056-E360-4866-906E-4CF679C3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5D8E5-93C5-4481-817C-AB9888AA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C6632-7ACE-4F5D-AB7E-586924CD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45B01A-AF44-46C4-B899-82CDE54305F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846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2408-1789-4289-8CDC-D834E37B7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DD31B-68C2-49BF-8028-339C8D4E7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258F-2B4B-423A-B906-80289A08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DFC4-9F29-4F9A-99E0-B38A28A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7D1EF-F238-4F42-86D8-03D1637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A9F17-13DF-4809-917F-68045E64C6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93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2B6B-0E20-4BAE-AE7C-9FBB696B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5B644-6BCC-4DDA-81FA-8FA41D5DC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7CF7-7DF3-4CB3-B26F-0643E0AB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9ACD-4CC2-4EB4-A59B-206F5373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EE51B-00D3-45F8-A61B-14C5D9C4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725D2B-54EE-4AB8-8339-079482475E3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220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4502-A2B9-4BA9-A4CB-CC22F00C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B6F00-4CFE-492A-A472-9D35B8C3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DF1B-A6D1-4933-A55B-6C7EAF7F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7FB3F-6DC0-4664-AB8C-7B4B8FA8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A639-657F-4326-9F9C-76E4F68F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519AC3-C941-4E4B-A8A4-F8352113A3F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81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6515-A68A-4986-99C6-8711F0C5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3C1C-00D9-446C-B5A2-70B00BFA5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29738-AC0F-4D57-98D1-98F64A6A6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56B92-0B0F-463A-8B9E-2E005ADB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3B596-6833-4C7A-9DFB-83BCFA37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DA5AB-AF78-4744-9D64-A0F4367E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E4688C-CF4F-4727-9B77-37AB45BCAB8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360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C3E5-A53C-4DA3-81BA-C0637E9E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D73A1-198B-4354-8453-D162AF483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BFAD6-5811-4862-8DB3-F4AFD6723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4744E-B406-4C46-BCEC-A7DF3A9AE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5F1A1-C337-496E-9DAA-724BDC98C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160CF-E573-43D6-8A98-171E992F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3BD09-E0FD-4ED0-BBE6-46BBFCC2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D1790-2A9C-40E6-B3C4-EF8B7595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241CD3-415E-4055-BEB4-B5683134BEA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743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C43-62A0-457F-AB87-5A5F008E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148E4-6F63-4737-B3B9-220653AA2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4D89E-51F3-40D6-8D47-6B308847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B76A0-318C-42B7-B3EA-5DE387BD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FB21D1-D10D-45DB-A714-5ADD0B8F117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849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BF410-DD37-4E9D-9F2E-D0E773BE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1D6C7-934C-450E-A9A3-450C7C86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AFFCD-4FC8-407A-B6EC-C6DC2B7D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6693E7-8C78-45BE-B767-46960627ABF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34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E153-EB62-4D82-911C-D71659B2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8585-38EA-4CA9-8824-5A40B609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08A1A-0129-4254-B77B-BE074BEE8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638FC-26D0-4CDA-98F7-FC062B3C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6B26D-423A-4679-ACA8-573A677C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08CB3-B555-486F-8F6C-1B38561D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227E3C-7797-4316-AB7C-EEB666C93F8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69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8A39-681A-48D8-81B2-10FB98A9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4A5BA-EEEE-467C-9F4D-77E107882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5B18A-BFA6-458C-BE1A-B32D295FA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0405D-6182-449B-AA40-424121B6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DAD09-B678-496C-B782-67F20DFC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301F9-9D3F-4CE7-8500-4BCB3DEA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67688F-BA15-4831-90A9-F92C8419039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762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9579-3ACC-4119-81F0-DE70477A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3074E-B71F-4581-95B6-4B4534664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4C8A9-7335-4DC5-8E5D-BCB28368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720C-D1CA-406A-A405-62121495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B632-A3AA-4618-9AC1-C13DADC2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93EA89-D55B-4AF9-B816-53ADF1A309E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539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B4165E-E799-43B9-9A80-756B8968C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B10AC-4B53-4E86-B511-8C52D9708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201CF-D070-4ADE-A826-0B0B4003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3C0ED-1A0E-4311-936E-50934D2F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8E5C-EDEE-4A0B-8522-8301981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896423-5F2C-4CAC-8702-303A9511DE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57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CEAF-E26C-4CFC-9B69-FF2AF396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5F208-47A3-4594-88BD-FAFF7B28D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40E41-E8F3-4EBC-97B9-101EB7F8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623B0-8AB6-462E-9B36-4C40EF1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CF73E-6577-4428-8445-9EFAC934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97A388-419A-4C75-B09B-11512760C84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892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5F6B-BC41-4C8A-8803-C03C3E70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EC171-B909-4656-A862-D502C6F36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C76F2-27EE-4111-9DEF-28142F69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BE5D5-4A4B-4424-9702-5979B036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EE5A-1A29-47CD-9FDB-E3A3284B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71FE74-BB92-4E1B-A32A-7DDD3F29125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375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1A20-D705-4DEE-B5BA-293FD04C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A13CF-00E9-4250-AC04-6FD36DEC9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DBA7B-EA50-49E5-B2AA-14CFBC94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80AC9-11D8-442E-BAB7-CEE1598C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565C-97A3-49C1-A2C2-27185F23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8002D2-2050-4BC5-8B8A-0B1169BD1E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4022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2413-D9FF-4FD1-A71C-064128D5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88E3-7B45-4EFC-9308-F3EE5B459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F7FDE-D181-4F75-8CB0-0C06AF404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1302-FB21-49DE-8AC3-36A4FE29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1AA57-5B91-46A8-B8CD-C9A69F42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FE92F-0435-405C-A0E2-0C6E6DB7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19183D-E21E-4626-9E7C-81571AF707F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260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A428-5525-4CE4-BF93-E14ABF4A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28BA6-E9B6-4E99-BE0C-1E02DB66E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2348E-6BFD-4724-B10F-1B1F6C78E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DEA0E7-96D5-4786-895A-71C684AB1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B233E-5C5E-49F2-81E2-43E217CBE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AA87D-4E3B-46E8-8ED9-C946C1CC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8EF5B-31E7-41EA-9E6D-D895418B4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814C6-1C84-44F1-AA81-541EE5C5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CA6FE3-4842-493D-9EC3-8AE36952C87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938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2D70-A8EE-427B-8FC9-495B5EEA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252A9-8956-4FCC-A771-E6FAA9AD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FD5DB-0F57-483D-B2EC-BB265A4B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A9460-79C6-4B54-95F1-7A763CF4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1D6FE-EEAC-43C9-B3A3-87154BF0D49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086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68152-E61C-455F-9DBE-A44803BA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1C41B-C89C-463C-96D9-FF180300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2E6E0-E302-4F32-8B24-34E235E1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D422A6-2DFA-4392-B89E-3C4BD11ED1D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5586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A600-5426-4930-ACB4-B90898D4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AC7B-1504-48DC-BB8E-7CAF6C52B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74BC5-CA80-469B-80E3-7F88A5279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99727-5AE8-424E-94CA-A01A4389E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34415-E233-479F-A1C8-97CFAE89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60E55-A546-4D2E-806C-86062A37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4F5A9A-C9C1-4A16-AC2C-CCE81302534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97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CA52-9A78-4E42-8A77-E1AEEB94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3CA24-1B31-436C-AFAF-A0CE7E131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0639D-B36A-4BB7-AFA4-3688D355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5C1CE-1A4D-4709-A768-F416AC86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DDFDF-C940-4E3A-BACA-35FBF14A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D58FB-16BE-4C01-8AA1-1924600C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DAA26B-8F7A-4EDE-BF2A-C8B28946828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247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BA42-3C51-4555-A9DA-3BF0F362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B2CC-08F9-422D-9065-0DD6D64D2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E6A8-60BD-4EB9-B4FF-83CD05D1C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BFDE2-4787-4830-89D4-57888579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AEA72-CE2C-41E7-9BBF-08E9FA0E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E06701F-A5B2-478C-B55F-674A1A6FDFD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8604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54E58-AA97-4DFC-B0E0-E138E0E8E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31863-236A-4051-BCEA-6BF29061C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53B6-35CE-4CF4-B1E6-2BCD9013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4AA5-A223-42E2-A094-82A5EA6B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B90A5-0A73-4075-83A1-AA6FECBC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AA1D42-AEE8-4576-986D-187041BFB52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34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4BCE3-5315-47B5-BD85-68190F155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5DFD6-7A22-4A1D-8940-53E987AC6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C3EF6-5F75-494B-9E2D-538DAA4A475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253E-EFD5-4B6D-8EAD-E205AB9011D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9EA07-7C22-4F98-9824-D76A6960661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2B01A5AD-A3AA-4003-894F-18BF400D2189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GB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GB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8377A-7B51-47D8-9B3A-155D8B66D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2BE7C-6CA7-490E-A1C3-A8F8311A0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3D5E-676E-4B87-A8A5-092978E35F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D8701-6D47-4535-9340-FD6803BF33F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7E6A-B178-43CB-81C5-4301E083B3F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8344FD1-5AF1-4967-AB5A-0F4C1A1F17A2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GB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GB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F21B7-E974-4034-A3C4-AD96CE0AE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BB30D-9CAF-4175-A5D6-E89B21055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CE2DC-DFA9-441B-BE1F-B4ADC11A31C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4C67-52D1-4672-863A-FE7E83E1893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B33B-BEBA-4839-8772-2FCF7E04DF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7F1BF374-A5F0-4384-AF16-B0BF73A28AC0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hangingPunct="0">
        <a:tabLst/>
        <a:defRPr lang="en-GB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060"/>
        </a:spcBef>
        <a:spcAft>
          <a:spcPts val="0"/>
        </a:spcAft>
        <a:tabLst/>
        <a:defRPr lang="en-GB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emf"/><Relationship Id="rId4" Type="http://schemas.openxmlformats.org/officeDocument/2006/relationships/image" Target="../media/image7.png"/><Relationship Id="rId9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png"/><Relationship Id="rId11" Type="http://schemas.openxmlformats.org/officeDocument/2006/relationships/image" Target="../media/image28.emf"/><Relationship Id="rId5" Type="http://schemas.openxmlformats.org/officeDocument/2006/relationships/image" Target="../media/image21.png"/><Relationship Id="rId10" Type="http://schemas.openxmlformats.org/officeDocument/2006/relationships/customXml" Target="../ink/ink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3.png"/><Relationship Id="rId7" Type="http://schemas.openxmlformats.org/officeDocument/2006/relationships/customXml" Target="../ink/ink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4.emf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hyperlink" Target="https://www.asciitable.com/" TargetMode="Externa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6.emf"/><Relationship Id="rId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9.emf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emf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5.emf"/><Relationship Id="rId4" Type="http://schemas.openxmlformats.org/officeDocument/2006/relationships/customXml" Target="../ink/ink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8.emf"/><Relationship Id="rId4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2.emf"/><Relationship Id="rId4" Type="http://schemas.openxmlformats.org/officeDocument/2006/relationships/customXml" Target="../ink/ink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hyperlink" Target="https://docs.python.org/3/library/string.html" TargetMode="Externa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3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EF0E-AA0E-4448-B314-133C722FB3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GB"/>
              <a:t>CT7121 Python Notebooks and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A4ADE-9B15-4102-87DA-F42C10B180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 rtl="0"/>
            <a:r>
              <a:rPr lang="en-GB" sz="2400" dirty="0"/>
              <a:t>Week 3</a:t>
            </a:r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AA47C35-90B0-4C10-A4E1-F0818412E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87747"/>
            <a:ext cx="3480619" cy="3480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are collections?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 collection variable is a variable at its most general level a variable that can store more than one thing – at the same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We normally have some way of </a:t>
            </a:r>
            <a:r>
              <a:rPr lang="en-GB" i="1" dirty="0"/>
              <a:t>indexing</a:t>
            </a:r>
            <a:r>
              <a:rPr lang="en-GB" dirty="0"/>
              <a:t> i.e. finding the value we want within the variable – either a number, or sometimes some other identifier</a:t>
            </a:r>
          </a:p>
        </p:txBody>
      </p:sp>
    </p:spTree>
    <p:extLst>
      <p:ext uri="{BB962C8B-B14F-4D97-AF65-F5344CB8AC3E}">
        <p14:creationId xmlns:p14="http://schemas.microsoft.com/office/powerpoint/2010/main" val="419524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Collections are very commonly used across all programming languages.</a:t>
            </a:r>
          </a:p>
          <a:p>
            <a:r>
              <a:rPr lang="en-GB" dirty="0"/>
              <a:t>In Python, there are 4 really common types of Collections that you will come across:</a:t>
            </a:r>
          </a:p>
          <a:p>
            <a:pPr lvl="1"/>
            <a:r>
              <a:rPr lang="en-GB" dirty="0"/>
              <a:t>Lists</a:t>
            </a:r>
          </a:p>
          <a:p>
            <a:pPr lvl="2"/>
            <a:r>
              <a:rPr lang="en-GB" dirty="0"/>
              <a:t>The simplest type of collection, flexible, can be altered, and ordered.</a:t>
            </a:r>
          </a:p>
          <a:p>
            <a:pPr lvl="1"/>
            <a:r>
              <a:rPr lang="en-GB" dirty="0"/>
              <a:t>Tuple</a:t>
            </a:r>
          </a:p>
          <a:p>
            <a:pPr lvl="2"/>
            <a:r>
              <a:rPr lang="en-GB" dirty="0"/>
              <a:t>These are collections of data that are ordered but cannot be changed after being declared.</a:t>
            </a:r>
          </a:p>
          <a:p>
            <a:pPr lvl="1"/>
            <a:r>
              <a:rPr lang="en-GB" dirty="0"/>
              <a:t>Set</a:t>
            </a:r>
          </a:p>
          <a:p>
            <a:pPr lvl="2"/>
            <a:r>
              <a:rPr lang="en-GB" dirty="0"/>
              <a:t>These are collections of data which are unordered and cannot be indexed.</a:t>
            </a:r>
          </a:p>
          <a:p>
            <a:pPr lvl="1"/>
            <a:r>
              <a:rPr lang="en-GB" dirty="0"/>
              <a:t>Dictionaries</a:t>
            </a:r>
          </a:p>
          <a:p>
            <a:pPr lvl="2"/>
            <a:r>
              <a:rPr lang="en-GB" dirty="0"/>
              <a:t>These are collections of data which are unordered, changeable and indexed via a key.</a:t>
            </a:r>
          </a:p>
        </p:txBody>
      </p:sp>
    </p:spTree>
    <p:extLst>
      <p:ext uri="{BB962C8B-B14F-4D97-AF65-F5344CB8AC3E}">
        <p14:creationId xmlns:p14="http://schemas.microsoft.com/office/powerpoint/2010/main" val="231251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220" y="987427"/>
            <a:ext cx="7397205" cy="3699935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Lists are collections of data that are ordered and can be changed.</a:t>
            </a:r>
          </a:p>
          <a:p>
            <a:r>
              <a:rPr lang="en-GB" dirty="0"/>
              <a:t>In Python, Lists are written with square brackets</a:t>
            </a:r>
          </a:p>
          <a:p>
            <a:endParaRPr lang="en-GB" dirty="0"/>
          </a:p>
          <a:p>
            <a:r>
              <a:rPr lang="en-GB" dirty="0"/>
              <a:t>You can access individual elements of the collection by referring to the index number.</a:t>
            </a:r>
          </a:p>
          <a:p>
            <a:pPr lvl="1"/>
            <a:r>
              <a:rPr lang="en-GB" dirty="0"/>
              <a:t>The index starts from </a:t>
            </a:r>
            <a:r>
              <a:rPr lang="en-GB" b="1" dirty="0">
                <a:solidFill>
                  <a:srgbClr val="FF0000"/>
                </a:solidFill>
              </a:rPr>
              <a:t>0.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So to access the 3</a:t>
            </a:r>
            <a:r>
              <a:rPr lang="en-GB" baseline="30000" dirty="0"/>
              <a:t>rd</a:t>
            </a:r>
            <a:r>
              <a:rPr lang="en-GB" dirty="0"/>
              <a:t> item in the list…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And you can also access the list backwards using negative numbers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51" y="1938259"/>
            <a:ext cx="4930056" cy="3150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55" y="3186854"/>
            <a:ext cx="2709168" cy="252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015" y="3770624"/>
            <a:ext cx="2693417" cy="236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847" y="3186855"/>
            <a:ext cx="527658" cy="244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847" y="3770625"/>
            <a:ext cx="527658" cy="21263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167623" y="3308924"/>
            <a:ext cx="597223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8" idx="1"/>
          </p:cNvCxnSpPr>
          <p:nvPr/>
        </p:nvCxnSpPr>
        <p:spPr>
          <a:xfrm flipV="1">
            <a:off x="4142432" y="3876944"/>
            <a:ext cx="622415" cy="1181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9016" y="4578090"/>
            <a:ext cx="3457339" cy="4410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270" y="4593841"/>
            <a:ext cx="1102568" cy="409525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4" idx="3"/>
            <a:endCxn id="15" idx="1"/>
          </p:cNvCxnSpPr>
          <p:nvPr/>
        </p:nvCxnSpPr>
        <p:spPr>
          <a:xfrm>
            <a:off x="4906354" y="4798603"/>
            <a:ext cx="68491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F0AA23-5E0D-406B-9593-67EF4BF2E900}"/>
                  </a:ext>
                </a:extLst>
              </p14:cNvPr>
              <p14:cNvContentPartPr/>
              <p14:nvPr/>
            </p14:nvContentPartPr>
            <p14:xfrm>
              <a:off x="1078920" y="2173680"/>
              <a:ext cx="4812840" cy="2599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F0AA23-5E0D-406B-9593-67EF4BF2E9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9560" y="2164320"/>
                <a:ext cx="4831560" cy="261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633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 – Adding to the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26" y="835015"/>
            <a:ext cx="8880009" cy="4548520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You can change the variable by setting the index of the list</a:t>
            </a:r>
          </a:p>
          <a:p>
            <a:endParaRPr lang="en-GB" dirty="0"/>
          </a:p>
          <a:p>
            <a:r>
              <a:rPr lang="en-GB" dirty="0"/>
              <a:t>You can add to the end of the list using the append() method built into the list object.</a:t>
            </a:r>
          </a:p>
          <a:p>
            <a:endParaRPr lang="en-GB" dirty="0"/>
          </a:p>
          <a:p>
            <a:r>
              <a:rPr lang="en-GB" dirty="0"/>
              <a:t>You can Insert a element to the list using the insert() method and providing an index.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90" y="1782376"/>
            <a:ext cx="4937931" cy="488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10" y="1879787"/>
            <a:ext cx="3276203" cy="267767"/>
          </a:xfrm>
          <a:prstGeom prst="rect">
            <a:avLst/>
          </a:prstGeom>
        </p:spPr>
      </p:pic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2707661" y="2106674"/>
            <a:ext cx="3458147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24" y="3225261"/>
            <a:ext cx="4930056" cy="4410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358" y="3441806"/>
            <a:ext cx="4599285" cy="244140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2836403" y="3535185"/>
            <a:ext cx="23009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947" y="5107517"/>
            <a:ext cx="4819799" cy="24414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547" y="4440342"/>
            <a:ext cx="4922180" cy="409525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5885162" y="4849867"/>
            <a:ext cx="0" cy="23498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148127" y="1646261"/>
            <a:ext cx="0" cy="2722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419935" y="3150347"/>
            <a:ext cx="0" cy="2722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55FEF0-F4A0-4E80-87BB-81CCAF56DACE}"/>
                  </a:ext>
                </a:extLst>
              </p14:cNvPr>
              <p14:cNvContentPartPr/>
              <p14:nvPr/>
            </p14:nvContentPartPr>
            <p14:xfrm>
              <a:off x="1386000" y="1669680"/>
              <a:ext cx="8223120" cy="343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55FEF0-F4A0-4E80-87BB-81CCAF56DA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76640" y="1660320"/>
                <a:ext cx="8241840" cy="345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341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 – Removing from the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You can remove a specific element from the list using the remove() method.</a:t>
            </a:r>
          </a:p>
          <a:p>
            <a:endParaRPr lang="en-GB" dirty="0"/>
          </a:p>
          <a:p>
            <a:r>
              <a:rPr lang="en-GB" dirty="0"/>
              <a:t>You can remove the last element in the list using the pop() method.</a:t>
            </a:r>
          </a:p>
          <a:p>
            <a:pPr lvl="1"/>
            <a:r>
              <a:rPr lang="en-GB" dirty="0"/>
              <a:t>Pop() will also return the value it removed for you. This means you are able to see and do operations on the element it removed.</a:t>
            </a:r>
          </a:p>
          <a:p>
            <a:endParaRPr lang="en-GB" dirty="0"/>
          </a:p>
          <a:p>
            <a:r>
              <a:rPr lang="en-GB" dirty="0"/>
              <a:t>Or you can supply an index to pop() and remove a element from the list by index.</a:t>
            </a:r>
          </a:p>
          <a:p>
            <a:pPr lvl="1"/>
            <a:r>
              <a:rPr lang="en-GB" dirty="0"/>
              <a:t>E.g. to remove the third item in the list: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8" y="1873693"/>
            <a:ext cx="4922180" cy="433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088" y="3287090"/>
            <a:ext cx="4945807" cy="4331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90" y="1819130"/>
            <a:ext cx="3165946" cy="2362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59" y="4737074"/>
            <a:ext cx="4937931" cy="401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6437" y="3487916"/>
            <a:ext cx="1063191" cy="2283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780" y="4933042"/>
            <a:ext cx="590662" cy="267767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4" idx="3"/>
            <a:endCxn id="7" idx="1"/>
          </p:cNvCxnSpPr>
          <p:nvPr/>
        </p:nvCxnSpPr>
        <p:spPr>
          <a:xfrm flipV="1">
            <a:off x="5925248" y="1937263"/>
            <a:ext cx="294642" cy="15300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1"/>
          </p:cNvCxnSpPr>
          <p:nvPr/>
        </p:nvCxnSpPr>
        <p:spPr>
          <a:xfrm flipV="1">
            <a:off x="3781547" y="3602111"/>
            <a:ext cx="3274890" cy="577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1"/>
          </p:cNvCxnSpPr>
          <p:nvPr/>
        </p:nvCxnSpPr>
        <p:spPr>
          <a:xfrm>
            <a:off x="3769734" y="5066925"/>
            <a:ext cx="275904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6437" y="3222644"/>
            <a:ext cx="2520156" cy="2441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780" y="4653133"/>
            <a:ext cx="3047814" cy="252016"/>
          </a:xfrm>
          <a:prstGeom prst="rect">
            <a:avLst/>
          </a:prstGeom>
        </p:spPr>
      </p:pic>
      <p:cxnSp>
        <p:nvCxnSpPr>
          <p:cNvPr id="23" name="Straight Arrow Connector 22"/>
          <p:cNvCxnSpPr>
            <a:endCxn id="21" idx="1"/>
          </p:cNvCxnSpPr>
          <p:nvPr/>
        </p:nvCxnSpPr>
        <p:spPr>
          <a:xfrm flipV="1">
            <a:off x="6028687" y="4779141"/>
            <a:ext cx="500093" cy="7606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0" idx="1"/>
          </p:cNvCxnSpPr>
          <p:nvPr/>
        </p:nvCxnSpPr>
        <p:spPr>
          <a:xfrm flipV="1">
            <a:off x="6324017" y="3344713"/>
            <a:ext cx="732420" cy="61855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2FEC021-8156-4F2B-82E6-221D03904ED6}"/>
                  </a:ext>
                </a:extLst>
              </p14:cNvPr>
              <p14:cNvContentPartPr/>
              <p14:nvPr/>
            </p14:nvContentPartPr>
            <p14:xfrm>
              <a:off x="1275840" y="1641960"/>
              <a:ext cx="7931520" cy="3619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2FEC021-8156-4F2B-82E6-221D03904E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6480" y="1632600"/>
                <a:ext cx="7950240" cy="36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117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 – Index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You can use index slicing to select multiple elements of the list</a:t>
            </a:r>
          </a:p>
          <a:p>
            <a:r>
              <a:rPr lang="en-GB" dirty="0"/>
              <a:t>To get the first two elements from a list I can use ‘0:2’ as the index:</a:t>
            </a:r>
          </a:p>
          <a:p>
            <a:pPr lvl="1"/>
            <a:r>
              <a:rPr lang="en-GB" dirty="0"/>
              <a:t>Starts at index 0 and continues up to but not including index 2</a:t>
            </a:r>
          </a:p>
          <a:p>
            <a:pPr lvl="1"/>
            <a:endParaRPr lang="en-GB" dirty="0"/>
          </a:p>
          <a:p>
            <a:endParaRPr lang="en-GB" dirty="0"/>
          </a:p>
          <a:p>
            <a:r>
              <a:rPr lang="en-GB" dirty="0"/>
              <a:t>You can leave out the beginning index and it will assume to begin from the start of the list.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It’s the same the other way around, if you leave the end index, it will continue to the end of the list.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26" y="3477784"/>
            <a:ext cx="4906429" cy="4567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26" y="2094638"/>
            <a:ext cx="4906429" cy="4331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26" y="4953784"/>
            <a:ext cx="4985184" cy="4252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866" y="3683531"/>
            <a:ext cx="2504405" cy="2205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346" y="2315152"/>
            <a:ext cx="1677479" cy="2126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866" y="5139090"/>
            <a:ext cx="2236639" cy="236265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endCxn id="10" idx="1"/>
          </p:cNvCxnSpPr>
          <p:nvPr/>
        </p:nvCxnSpPr>
        <p:spPr>
          <a:xfrm flipV="1">
            <a:off x="3769561" y="5257222"/>
            <a:ext cx="2937305" cy="278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8" idx="1"/>
          </p:cNvCxnSpPr>
          <p:nvPr/>
        </p:nvCxnSpPr>
        <p:spPr>
          <a:xfrm>
            <a:off x="3643553" y="3785257"/>
            <a:ext cx="3063313" cy="853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9" idx="1"/>
          </p:cNvCxnSpPr>
          <p:nvPr/>
        </p:nvCxnSpPr>
        <p:spPr>
          <a:xfrm>
            <a:off x="3727559" y="2416221"/>
            <a:ext cx="2653787" cy="525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8E7FAF-16E8-48B7-8646-192D8134ED38}"/>
                  </a:ext>
                </a:extLst>
              </p14:cNvPr>
              <p14:cNvContentPartPr/>
              <p14:nvPr/>
            </p14:nvContentPartPr>
            <p14:xfrm>
              <a:off x="1074960" y="1838880"/>
              <a:ext cx="6754320" cy="2059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8E7FAF-16E8-48B7-8646-192D8134ED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600" y="1829520"/>
                <a:ext cx="6773040" cy="20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2195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 – Other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You can sort a list alphabetically using the sort() method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 can reverse the list using the reverse() method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Lists do not need to be the same variable type for every element, e.g. you can have strings, </a:t>
            </a:r>
            <a:r>
              <a:rPr lang="en-GB" dirty="0" err="1"/>
              <a:t>ints</a:t>
            </a:r>
            <a:r>
              <a:rPr lang="en-GB" dirty="0"/>
              <a:t>, floats and bools all in the same list!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34" y="1617070"/>
            <a:ext cx="4512655" cy="433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34" y="2908060"/>
            <a:ext cx="4433900" cy="43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737" y="1727326"/>
            <a:ext cx="3740857" cy="2126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736" y="3010440"/>
            <a:ext cx="3417962" cy="2283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934" y="4828024"/>
            <a:ext cx="3819612" cy="2520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02ED8C-6F50-4EED-8036-05DAA380152E}"/>
                  </a:ext>
                </a:extLst>
              </p14:cNvPr>
              <p14:cNvContentPartPr/>
              <p14:nvPr/>
            </p14:nvContentPartPr>
            <p14:xfrm>
              <a:off x="1716840" y="1563480"/>
              <a:ext cx="7096680" cy="3571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02ED8C-6F50-4EED-8036-05DAA38015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07480" y="1554120"/>
                <a:ext cx="7115400" cy="359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358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Lists – in and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 can use two operators with list values and string, “in” and “not”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operators will return True or False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44D798-8ACE-44FC-B03C-D589F2FE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76" y="2755576"/>
            <a:ext cx="3581900" cy="1400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9F7E34-3134-42B7-8B4D-CB68155FD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160" y="3179067"/>
            <a:ext cx="1019317" cy="8668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C62151-A95C-45B6-A823-F24CF39C0F12}"/>
                  </a:ext>
                </a:extLst>
              </p14:cNvPr>
              <p14:cNvContentPartPr/>
              <p14:nvPr/>
            </p14:nvContentPartPr>
            <p14:xfrm>
              <a:off x="921600" y="2969280"/>
              <a:ext cx="4182480" cy="898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C62151-A95C-45B6-A823-F24CF39C0F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2240" y="2959920"/>
                <a:ext cx="4201200" cy="9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159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71A5-64F5-4DEC-AF89-86B2A688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2EDDE-B3BD-4684-A451-1FA3D9DEA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We have been using strings a little bit in python since we very first started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But there’s a bit more to them than just using them to store characters, you can also use them to manipulate characters in a lot of different ways </a:t>
            </a:r>
          </a:p>
        </p:txBody>
      </p:sp>
    </p:spTree>
    <p:extLst>
      <p:ext uri="{BB962C8B-B14F-4D97-AF65-F5344CB8AC3E}">
        <p14:creationId xmlns:p14="http://schemas.microsoft.com/office/powerpoint/2010/main" val="318639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9280-B638-4CBC-82B4-5F2D609D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Sidenote: ASCII and UTF-8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CD4D-15D9-4D3D-9439-9D328A4E5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Computers deal with numbers (stored in binary), not letters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So how do we deal with letters? We just use numbers to represent letters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order to do this the most basic standard is </a:t>
            </a:r>
            <a:r>
              <a:rPr lang="en-GB" dirty="0">
                <a:hlinkClick r:id="rId2"/>
              </a:rPr>
              <a:t>ASCII</a:t>
            </a:r>
            <a:r>
              <a:rPr lang="en-GB" dirty="0"/>
              <a:t> – this is an 8 bit standard, that’s capable of representing all characters in the English alphabet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Nowadays we often use UTF standards instead, which are slightly more complex and can represent all possible characters due to a variable bit length (most common is UTF-8, which is similar to ASCII)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So when we see “c” for example, what is actually stored inside the computer is the number 99. Or when we see a “@” it is the character 64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Mostly this is transparent to the programmer, but it is worth having an understanding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2CEAE1-9B92-40C2-A566-FA7BD4D26D60}"/>
                  </a:ext>
                </a:extLst>
              </p14:cNvPr>
              <p14:cNvContentPartPr/>
              <p14:nvPr/>
            </p14:nvContentPartPr>
            <p14:xfrm>
              <a:off x="2063520" y="3378600"/>
              <a:ext cx="5163120" cy="1327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2CEAE1-9B92-40C2-A566-FA7BD4D26D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4160" y="3369240"/>
                <a:ext cx="5181840" cy="134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540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 – quotation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Remember that we can (in Python) use either single or double quotes as we wish to represent a 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allows us to use single quotes, if we wish our string to contain double quotes – or vice versa.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25771-0F1F-47A4-A48A-D479635B5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85" y="3223162"/>
            <a:ext cx="3229426" cy="7525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654B6B-B55A-486F-BDD3-8E6B65735BFA}"/>
                  </a:ext>
                </a:extLst>
              </p14:cNvPr>
              <p14:cNvContentPartPr/>
              <p14:nvPr/>
            </p14:nvContentPartPr>
            <p14:xfrm>
              <a:off x="1145880" y="3556080"/>
              <a:ext cx="3142800" cy="48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654B6B-B55A-486F-BDD3-8E6B65735B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6520" y="3546720"/>
                <a:ext cx="3161520" cy="49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19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 – escape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about if we want to use both single and double quotes?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Then we have to delve into “escape characters”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are special characters that are invisible – thinking back to that ascii table, you’ll remember that there are things included such as 8 being a backspace character. 9 is a horizontal tab, 10 is a linefeed and 13 is a carriage return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are characters that rather than being printed, tell the program doing the printing to do something to the string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1419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 – escape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Python, the escape character is a backslash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 backslash followed by an “n” will actually print a newline character rather than “\n”, a backslash followed by a “t” will print a tab character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same syntax can also be used to print quotation marks, or backslashes themselves – so “\”” would print a “, “\’” would print a ‘, and “\\” would print an actual backslash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An alternative for some of this is to use “raw strings”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F785B-B247-4882-A722-0D724A8A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0" y="4545050"/>
            <a:ext cx="3820058" cy="4477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1C74A5-5901-4F4E-974F-8C7C5E8397C5}"/>
                  </a:ext>
                </a:extLst>
              </p14:cNvPr>
              <p14:cNvContentPartPr/>
              <p14:nvPr/>
            </p14:nvContentPartPr>
            <p14:xfrm>
              <a:off x="1090800" y="4564080"/>
              <a:ext cx="6202800" cy="53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1C74A5-5901-4F4E-974F-8C7C5E8397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440" y="4554720"/>
                <a:ext cx="6221520" cy="55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794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 – raw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Python, a raw string is a string in which escape characters will not be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Instead the string will be read in ignoring backslashes (or rather treating them as part of the string)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is useful if you need to type something like a path, that may have a lot of backspaces in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B4DBF-A02E-49D7-A2BF-1F3F60C6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155" y="4205207"/>
            <a:ext cx="3810532" cy="4096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8CFDB1-C8F9-4E4F-A324-5D77DE63A08F}"/>
                  </a:ext>
                </a:extLst>
              </p14:cNvPr>
              <p14:cNvContentPartPr/>
              <p14:nvPr/>
            </p14:nvContentPartPr>
            <p14:xfrm>
              <a:off x="2717280" y="3426120"/>
              <a:ext cx="5403240" cy="1079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8CFDB1-C8F9-4E4F-A324-5D77DE63A0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7920" y="3416760"/>
                <a:ext cx="5421960" cy="10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519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 – triple quote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Python, a triple quote string is a string that encompasses all the characters within it – newline characters and tabs etc included.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 within a triple quote string does not need to be indented like the rest of python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19B3C-5F81-4DB8-8E94-3A6E1117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8" y="3608341"/>
            <a:ext cx="2915057" cy="1314633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DDA5B1DC-BABC-4985-B876-D96125664B25}"/>
              </a:ext>
            </a:extLst>
          </p:cNvPr>
          <p:cNvSpPr/>
          <p:nvPr/>
        </p:nvSpPr>
        <p:spPr>
          <a:xfrm>
            <a:off x="4134394" y="3054891"/>
            <a:ext cx="4029891" cy="193330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These are sometimes inserted into code as a way to achieve multiline comments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8FEC82-3B66-4A2F-BD6C-4264638E8B31}"/>
                  </a:ext>
                </a:extLst>
              </p14:cNvPr>
              <p14:cNvContentPartPr/>
              <p14:nvPr/>
            </p14:nvContentPartPr>
            <p14:xfrm>
              <a:off x="980640" y="759960"/>
              <a:ext cx="7143840" cy="314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8FEC82-3B66-4A2F-BD6C-4264638E8B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280" y="750600"/>
                <a:ext cx="7162560" cy="316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9427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letter of a string can be accessed via indexing</a:t>
            </a:r>
          </a:p>
          <a:p>
            <a:pPr lvl="1"/>
            <a:r>
              <a:rPr lang="en-GB" dirty="0"/>
              <a:t>Just like a list! In some ways you can think of strings as really being a list of characters.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27" y="2712064"/>
            <a:ext cx="2764296" cy="9056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823" y="3164904"/>
            <a:ext cx="228389" cy="448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DA756D-0C13-4211-9C53-A00D3688EDD9}"/>
                  </a:ext>
                </a:extLst>
              </p14:cNvPr>
              <p14:cNvContentPartPr/>
              <p14:nvPr/>
            </p14:nvContentPartPr>
            <p14:xfrm>
              <a:off x="1082880" y="2650320"/>
              <a:ext cx="2997360" cy="93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DA756D-0C13-4211-9C53-A00D3688ED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520" y="2640960"/>
                <a:ext cx="3016080" cy="9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9130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Just like a list, we can slice in a variety of ways as well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EAC84-31F1-45FD-886C-44E362355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6" y="1800760"/>
            <a:ext cx="5439534" cy="1428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3F8B4F-FDE5-4D7A-89CF-3C6505E81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199" y="3383789"/>
            <a:ext cx="3934374" cy="8287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964B16-7DC5-4FF8-92FB-CE556600267D}"/>
                  </a:ext>
                </a:extLst>
              </p14:cNvPr>
              <p14:cNvContentPartPr/>
              <p14:nvPr/>
            </p14:nvContentPartPr>
            <p14:xfrm>
              <a:off x="2425680" y="2437560"/>
              <a:ext cx="543960" cy="20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964B16-7DC5-4FF8-92FB-CE5566002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6320" y="2428200"/>
                <a:ext cx="56268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1578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 use in and not in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F9845-2744-4448-BB21-D141A418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19" y="1901981"/>
            <a:ext cx="5563376" cy="1657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9940E-23E4-4FB4-A09A-64EF79EF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88" y="2416116"/>
            <a:ext cx="943107" cy="838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1FB5AC-5E5C-4D66-856E-B6067C0027D2}"/>
                  </a:ext>
                </a:extLst>
              </p14:cNvPr>
              <p14:cNvContentPartPr/>
              <p14:nvPr/>
            </p14:nvContentPartPr>
            <p14:xfrm>
              <a:off x="1279800" y="2567520"/>
              <a:ext cx="4584240" cy="74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1FB5AC-5E5C-4D66-856E-B6067C0027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0440" y="2558160"/>
                <a:ext cx="4602960" cy="7592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073346FB-8ED8-4A93-B7F9-8E6930381DAD}"/>
              </a:ext>
            </a:extLst>
          </p:cNvPr>
          <p:cNvSpPr/>
          <p:nvPr/>
        </p:nvSpPr>
        <p:spPr>
          <a:xfrm>
            <a:off x="6508955" y="1986116"/>
            <a:ext cx="3240704" cy="2782803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 these are returning Booleans, we can also use them in if statements and other conditional logic</a:t>
            </a:r>
          </a:p>
        </p:txBody>
      </p:sp>
    </p:spTree>
    <p:extLst>
      <p:ext uri="{BB962C8B-B14F-4D97-AF65-F5344CB8AC3E}">
        <p14:creationId xmlns:p14="http://schemas.microsoft.com/office/powerpoint/2010/main" val="2787848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we have already seen in previous sessions, strings can be concatenated – added together, to combine into one string</a:t>
            </a:r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E8289-2573-4C90-BCE4-CB723C376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78" y="2358098"/>
            <a:ext cx="4353533" cy="1581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09451-2430-4C79-95E0-D6283904A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923" y="3298433"/>
            <a:ext cx="1295581" cy="419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868ADB-3E79-42DE-9553-24DE4CB6D043}"/>
                  </a:ext>
                </a:extLst>
              </p14:cNvPr>
              <p14:cNvContentPartPr/>
              <p14:nvPr/>
            </p14:nvContentPartPr>
            <p14:xfrm>
              <a:off x="2067480" y="2591280"/>
              <a:ext cx="4363560" cy="1185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868ADB-3E79-42DE-9553-24DE4CB6D0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8120" y="2581920"/>
                <a:ext cx="4382280" cy="120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0900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But (and again, we’ve already seen this, but to cover it formally) we can use (since python 3.6) f strings to accomplish this easier.</a:t>
            </a:r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9E813-0E13-4156-92E3-3EB621521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91" y="2286715"/>
            <a:ext cx="6496957" cy="809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706D62-E148-420D-BF30-023818E1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321" y="3201289"/>
            <a:ext cx="4324954" cy="2476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A2D2C4-6BE7-4091-A646-DA7F1A2FD052}"/>
                  </a:ext>
                </a:extLst>
              </p14:cNvPr>
              <p14:cNvContentPartPr/>
              <p14:nvPr/>
            </p14:nvContentPartPr>
            <p14:xfrm>
              <a:off x="2130480" y="2500560"/>
              <a:ext cx="1189440" cy="12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A2D2C4-6BE7-4091-A646-DA7F1A2FD0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1120" y="2491200"/>
                <a:ext cx="120816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7285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Strings also have a few useful tricks up their sleeves – first we’ll take a look at these four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upper() – returns a new string that’s all uppercase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lower() – returns a new string that’s all lowercase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isupper</a:t>
            </a:r>
            <a:r>
              <a:rPr lang="en-GB" dirty="0"/>
              <a:t>() – returns True if the string is all uppercase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islower</a:t>
            </a:r>
            <a:r>
              <a:rPr lang="en-GB" dirty="0"/>
              <a:t>() – returns False if the string is all lowercase</a:t>
            </a:r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9BAF1C-E7B2-4C04-BC78-D8CFD03D00C0}"/>
                  </a:ext>
                </a:extLst>
              </p14:cNvPr>
              <p14:cNvContentPartPr/>
              <p14:nvPr/>
            </p14:nvContentPartPr>
            <p14:xfrm>
              <a:off x="2224800" y="3556080"/>
              <a:ext cx="1847520" cy="124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9BAF1C-E7B2-4C04-BC78-D8CFD03D00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5440" y="3546720"/>
                <a:ext cx="1866240" cy="12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5906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Strings also have a few useful tricks up their sleeves – first we’ll take a look at these four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upper()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lower()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isupper</a:t>
            </a:r>
            <a:r>
              <a:rPr lang="en-GB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islower</a:t>
            </a:r>
            <a:r>
              <a:rPr lang="en-GB" dirty="0"/>
              <a:t>()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E5E974-FEF8-4813-8CB0-12939F36B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903" y="2094833"/>
            <a:ext cx="4810796" cy="3048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FCE86C-37CD-431F-AA96-B8678C64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699" y="3204942"/>
            <a:ext cx="933580" cy="14098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1E63D6-6281-4B46-84C5-5DD43B967106}"/>
                  </a:ext>
                </a:extLst>
              </p14:cNvPr>
              <p14:cNvContentPartPr/>
              <p14:nvPr/>
            </p14:nvContentPartPr>
            <p14:xfrm>
              <a:off x="3623040" y="2339280"/>
              <a:ext cx="4056480" cy="227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1E63D6-6281-4B46-84C5-5DD43B9671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3680" y="2329920"/>
                <a:ext cx="4075200" cy="229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1911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There are a whole bunch of other useful functions attached to strings (every string is </a:t>
            </a:r>
            <a:r>
              <a:rPr lang="en-GB" i="1" dirty="0"/>
              <a:t>typed</a:t>
            </a:r>
            <a:r>
              <a:rPr lang="en-GB" dirty="0"/>
              <a:t> as an object, which has these functions written as part of it – more about this when we do object orientation)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a IDE or editor with auto-complete, you can probably look through these functions, and get an idea for what they 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Otherwise, you want to use this </a:t>
            </a:r>
            <a:r>
              <a:rPr lang="en-GB" dirty="0">
                <a:hlinkClick r:id="rId2"/>
              </a:rPr>
              <a:t>reference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1F18CC-E6D8-43B6-8D82-F22E2A40C5A6}"/>
                  </a:ext>
                </a:extLst>
              </p14:cNvPr>
              <p14:cNvContentPartPr/>
              <p14:nvPr/>
            </p14:nvContentPartPr>
            <p14:xfrm>
              <a:off x="4894920" y="3725280"/>
              <a:ext cx="2189880" cy="88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1F18CC-E6D8-43B6-8D82-F22E2A40C5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5560" y="3715920"/>
                <a:ext cx="2208600" cy="9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103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Tutorial -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Open Python (in a notebook or on the command line, as you prefer) and complete the following tasks</a:t>
            </a:r>
          </a:p>
          <a:p>
            <a:pPr lvl="1"/>
            <a:r>
              <a:rPr lang="en-GB" dirty="0"/>
              <a:t>Create a list of Names and print them out</a:t>
            </a:r>
          </a:p>
          <a:p>
            <a:pPr lvl="1"/>
            <a:r>
              <a:rPr lang="en-GB" dirty="0"/>
              <a:t>Remove one of the names from the list and print out the new list</a:t>
            </a:r>
          </a:p>
          <a:p>
            <a:pPr lvl="1"/>
            <a:r>
              <a:rPr lang="en-GB" dirty="0"/>
              <a:t>Add two more names and print these out</a:t>
            </a:r>
          </a:p>
          <a:p>
            <a:pPr lvl="1"/>
            <a:r>
              <a:rPr lang="en-GB" i="1" dirty="0"/>
              <a:t>Bonus: </a:t>
            </a:r>
            <a:r>
              <a:rPr lang="en-GB" dirty="0"/>
              <a:t>Print the list of names out in reverse</a:t>
            </a:r>
          </a:p>
          <a:p>
            <a:pPr lvl="1"/>
            <a:r>
              <a:rPr lang="en-GB" i="1" dirty="0"/>
              <a:t>Bonus2: </a:t>
            </a:r>
            <a:r>
              <a:rPr lang="en-GB" dirty="0"/>
              <a:t>Print them from the inside out (i.e. the central list item, then the two outers, then the two outside of those…)</a:t>
            </a:r>
            <a:endParaRPr lang="en-GB" i="1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0364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Tutorial Bonus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Your starter list is: [5, 3, 9, 12, 14]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Write some code to find and return the largest value in a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Write some code to find and return the lowest value in a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Write some python code that will take this list and create a new list, with the same values organised highest to lowest – you may use any built in python functionality to achieve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Your starter string is “The quick brown fox jumps over the lazy dog!”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Write some python code that will reverse this 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Write some python code that will extract the second and third words from this 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Write some python code that will leave the words in the same order, but reverse the characters in each word</a:t>
            </a:r>
          </a:p>
          <a:p>
            <a:pPr marL="1028700" lvl="1" indent="-342900"/>
            <a:r>
              <a:rPr lang="en-GB" i="1" dirty="0"/>
              <a:t>I.e. output should be: “</a:t>
            </a:r>
            <a:r>
              <a:rPr lang="en-GB" i="1" dirty="0" err="1"/>
              <a:t>ehT</a:t>
            </a:r>
            <a:r>
              <a:rPr lang="en-GB" i="1" dirty="0"/>
              <a:t> </a:t>
            </a:r>
            <a:r>
              <a:rPr lang="en-GB" i="1" dirty="0" err="1"/>
              <a:t>kciuq</a:t>
            </a:r>
            <a:r>
              <a:rPr lang="en-GB" i="1" dirty="0"/>
              <a:t> </a:t>
            </a:r>
            <a:r>
              <a:rPr lang="en-GB" i="1" dirty="0" err="1"/>
              <a:t>nworb</a:t>
            </a:r>
            <a:r>
              <a:rPr lang="en-GB" i="1" dirty="0"/>
              <a:t> </a:t>
            </a:r>
            <a:r>
              <a:rPr lang="en-GB" i="1" dirty="0" err="1"/>
              <a:t>xof</a:t>
            </a:r>
            <a:r>
              <a:rPr lang="en-GB" i="1" dirty="0"/>
              <a:t> </a:t>
            </a:r>
            <a:r>
              <a:rPr lang="en-GB" i="1" dirty="0" err="1"/>
              <a:t>spmuj</a:t>
            </a:r>
            <a:r>
              <a:rPr lang="en-GB" i="1" dirty="0"/>
              <a:t> </a:t>
            </a:r>
            <a:r>
              <a:rPr lang="en-GB" i="1" dirty="0" err="1"/>
              <a:t>revo</a:t>
            </a:r>
            <a:r>
              <a:rPr lang="en-GB" i="1" dirty="0"/>
              <a:t> </a:t>
            </a:r>
            <a:r>
              <a:rPr lang="en-GB" i="1" dirty="0" err="1"/>
              <a:t>eht</a:t>
            </a:r>
            <a:r>
              <a:rPr lang="en-GB" i="1" dirty="0"/>
              <a:t> </a:t>
            </a:r>
            <a:r>
              <a:rPr lang="en-GB" i="1" dirty="0" err="1"/>
              <a:t>yzal</a:t>
            </a:r>
            <a:r>
              <a:rPr lang="en-GB" i="1" dirty="0"/>
              <a:t> !god”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00947D-0D0D-4C66-B8E9-42A552ADA952}"/>
                  </a:ext>
                </a:extLst>
              </p14:cNvPr>
              <p14:cNvContentPartPr/>
              <p14:nvPr/>
            </p14:nvContentPartPr>
            <p14:xfrm>
              <a:off x="177120" y="3654360"/>
              <a:ext cx="1240920" cy="100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00947D-0D0D-4C66-B8E9-42A552ADA9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760" y="3645000"/>
                <a:ext cx="1259640" cy="10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369846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 Pla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print Plans-4: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andard-4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1662</Words>
  <Application>Microsoft Office PowerPoint</Application>
  <PresentationFormat>Custom</PresentationFormat>
  <Paragraphs>146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Liberation Sans</vt:lpstr>
      <vt:lpstr>Blueprint Plans</vt:lpstr>
      <vt:lpstr>Blueprint Plans-4:3</vt:lpstr>
      <vt:lpstr>Standard-43</vt:lpstr>
      <vt:lpstr>CT7121 Python Notebooks and Scripting</vt:lpstr>
      <vt:lpstr>Collections</vt:lpstr>
      <vt:lpstr>Collections</vt:lpstr>
      <vt:lpstr>Lists</vt:lpstr>
      <vt:lpstr>Lists – Adding to the list</vt:lpstr>
      <vt:lpstr>Lists – Removing from the list</vt:lpstr>
      <vt:lpstr>Lists – Index Slicing</vt:lpstr>
      <vt:lpstr>Lists – Other Utilities</vt:lpstr>
      <vt:lpstr>Lists – in and not</vt:lpstr>
      <vt:lpstr>Strings</vt:lpstr>
      <vt:lpstr>Sidenote: ASCII and UTF-8</vt:lpstr>
      <vt:lpstr>Strings – quotation marks</vt:lpstr>
      <vt:lpstr>Strings – escape characters</vt:lpstr>
      <vt:lpstr>Strings – escape characters</vt:lpstr>
      <vt:lpstr>Strings – raw strings</vt:lpstr>
      <vt:lpstr>Strings – triple quote strings</vt:lpstr>
      <vt:lpstr>String indexing</vt:lpstr>
      <vt:lpstr>String indexing</vt:lpstr>
      <vt:lpstr>String indexing</vt:lpstr>
      <vt:lpstr>String concatenation</vt:lpstr>
      <vt:lpstr>String f strings</vt:lpstr>
      <vt:lpstr>String functions</vt:lpstr>
      <vt:lpstr>String functions</vt:lpstr>
      <vt:lpstr>String functions</vt:lpstr>
      <vt:lpstr>Tutorial - Lists</vt:lpstr>
      <vt:lpstr>Tutorial Bonus 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Plans</dc:title>
  <dc:creator>William Sayers</dc:creator>
  <cp:lastModifiedBy>William Sayers</cp:lastModifiedBy>
  <cp:revision>26</cp:revision>
  <dcterms:created xsi:type="dcterms:W3CDTF">2020-12-27T17:30:23Z</dcterms:created>
  <dcterms:modified xsi:type="dcterms:W3CDTF">2022-02-02T09:59:02Z</dcterms:modified>
</cp:coreProperties>
</file>