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32"/>
  </p:notesMasterIdLst>
  <p:handoutMasterIdLst>
    <p:handoutMasterId r:id="rId33"/>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44EE777-4E55-4A2D-A347-449C533802BB}" styleName="">
    <a:wholeTbl>
      <a:tcStyle>
        <a:tcBdr/>
      </a:tcStyle>
    </a:wholeTbl>
    <a:band1H>
      <a:tcStyle>
        <a:tcBdr/>
      </a:tcStyle>
    </a:band1H>
    <a:band1V>
      <a:tcStyle>
        <a:tcBdr/>
      </a:tcStyle>
    </a:band1V>
    <a:lastCol>
      <a:tcStyle>
        <a:tcBdr/>
      </a:tcStyle>
    </a:lastCol>
    <a:firstCol>
      <a:tcStyle>
        <a:tcBdr/>
      </a:tcStyle>
    </a:firstCol>
    <a:lastRow>
      <a:tcStyle>
        <a:tcBdr/>
      </a:tcStyle>
    </a:lastRow>
    <a:firstRow>
      <a:tcStyle>
        <a:tcBdr/>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7" d="100"/>
          <a:sy n="97" d="100"/>
        </p:scale>
        <p:origin x="102" y="5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BD3A5B-846E-4566-BA67-87D6B4138B5C}"/>
              </a:ext>
            </a:extLst>
          </p:cNvPr>
          <p:cNvSpPr txBox="1">
            <a:spLocks noGrp="1"/>
          </p:cNvSpPr>
          <p:nvPr>
            <p:ph type="hdr" sz="quarter"/>
          </p:nvPr>
        </p:nvSpPr>
        <p:spPr>
          <a:xfrm>
            <a:off x="0" y="0"/>
            <a:ext cx="3280680" cy="534240"/>
          </a:xfrm>
          <a:prstGeom prst="rect">
            <a:avLst/>
          </a:prstGeom>
          <a:noFill/>
          <a:ln>
            <a:noFill/>
          </a:ln>
        </p:spPr>
        <p:txBody>
          <a:bodyPr vert="horz" wrap="none" lIns="90000" tIns="45000" rIns="90000" bIns="45000" anchorCtr="0" compatLnSpc="0">
            <a:noAutofit/>
          </a:bodyPr>
          <a:lstStyle/>
          <a:p>
            <a:pPr marL="0" marR="0" lvl="0" indent="0" algn="ctr" rtl="0" hangingPunct="0">
              <a:lnSpc>
                <a:spcPct val="100000"/>
              </a:lnSpc>
              <a:spcBef>
                <a:spcPts val="0"/>
              </a:spcBef>
              <a:spcAft>
                <a:spcPts val="0"/>
              </a:spcAft>
              <a:buNone/>
              <a:tabLst/>
              <a:defRPr sz="1400"/>
            </a:pPr>
            <a:endParaRPr lang="en-GB" sz="1400" b="0" i="0" u="none" strike="noStrike" kern="1200" cap="none">
              <a:ln>
                <a:noFill/>
              </a:ln>
              <a:solidFill>
                <a:srgbClr val="000000"/>
              </a:solidFill>
              <a:latin typeface="Liberation Sans" pitchFamily="18"/>
              <a:ea typeface="DejaVu Sans" pitchFamily="2"/>
              <a:cs typeface="DejaVu Sans" pitchFamily="2"/>
            </a:endParaRPr>
          </a:p>
        </p:txBody>
      </p:sp>
      <p:sp>
        <p:nvSpPr>
          <p:cNvPr id="3" name="Date Placeholder 2">
            <a:extLst>
              <a:ext uri="{FF2B5EF4-FFF2-40B4-BE49-F238E27FC236}">
                <a16:creationId xmlns:a16="http://schemas.microsoft.com/office/drawing/2014/main" id="{A22645F5-0367-48A5-9559-22FA220078B5}"/>
              </a:ext>
            </a:extLst>
          </p:cNvPr>
          <p:cNvSpPr txBox="1">
            <a:spLocks noGrp="1"/>
          </p:cNvSpPr>
          <p:nvPr>
            <p:ph type="dt" sz="quarter" idx="1"/>
          </p:nvPr>
        </p:nvSpPr>
        <p:spPr>
          <a:xfrm>
            <a:off x="4278960" y="0"/>
            <a:ext cx="328068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GB" sz="1400" b="0" i="0" u="none" strike="noStrike" kern="1200" cap="none">
              <a:ln>
                <a:noFill/>
              </a:ln>
              <a:solidFill>
                <a:srgbClr val="000000"/>
              </a:solidFill>
              <a:latin typeface="Liberation Sans" pitchFamily="18"/>
              <a:ea typeface="DejaVu Sans" pitchFamily="2"/>
              <a:cs typeface="DejaVu Sans" pitchFamily="2"/>
            </a:endParaRPr>
          </a:p>
        </p:txBody>
      </p:sp>
      <p:sp>
        <p:nvSpPr>
          <p:cNvPr id="4" name="Footer Placeholder 3">
            <a:extLst>
              <a:ext uri="{FF2B5EF4-FFF2-40B4-BE49-F238E27FC236}">
                <a16:creationId xmlns:a16="http://schemas.microsoft.com/office/drawing/2014/main" id="{472478E0-C98C-4EF9-973E-F9C7161FE2CB}"/>
              </a:ext>
            </a:extLst>
          </p:cNvPr>
          <p:cNvSpPr txBox="1">
            <a:spLocks noGrp="1"/>
          </p:cNvSpPr>
          <p:nvPr>
            <p:ph type="ftr" sz="quarter" idx="2"/>
          </p:nvPr>
        </p:nvSpPr>
        <p:spPr>
          <a:xfrm>
            <a:off x="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ctr" rtl="0" hangingPunct="0">
              <a:lnSpc>
                <a:spcPct val="100000"/>
              </a:lnSpc>
              <a:spcBef>
                <a:spcPts val="0"/>
              </a:spcBef>
              <a:spcAft>
                <a:spcPts val="0"/>
              </a:spcAft>
              <a:buNone/>
              <a:tabLst/>
              <a:defRPr sz="1400"/>
            </a:pPr>
            <a:endParaRPr lang="en-GB" sz="1400" b="0" i="0" u="none" strike="noStrike" kern="1200" cap="none">
              <a:ln>
                <a:noFill/>
              </a:ln>
              <a:solidFill>
                <a:srgbClr val="000000"/>
              </a:solidFill>
              <a:latin typeface="Liberation Sans" pitchFamily="18"/>
              <a:ea typeface="DejaVu Sans" pitchFamily="2"/>
              <a:cs typeface="DejaVu Sans" pitchFamily="2"/>
            </a:endParaRPr>
          </a:p>
        </p:txBody>
      </p:sp>
      <p:sp>
        <p:nvSpPr>
          <p:cNvPr id="5" name="Slide Number Placeholder 4">
            <a:extLst>
              <a:ext uri="{FF2B5EF4-FFF2-40B4-BE49-F238E27FC236}">
                <a16:creationId xmlns:a16="http://schemas.microsoft.com/office/drawing/2014/main" id="{20162196-EF41-4B25-89CE-25296BF4D101}"/>
              </a:ext>
            </a:extLst>
          </p:cNvPr>
          <p:cNvSpPr txBox="1">
            <a:spLocks noGrp="1"/>
          </p:cNvSpPr>
          <p:nvPr>
            <p:ph type="sldNum" sz="quarter" idx="3"/>
          </p:nvPr>
        </p:nvSpPr>
        <p:spPr>
          <a:xfrm>
            <a:off x="427896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25B9194B-B8E1-41A8-974A-7403E4F7BA30}" type="slidenum">
              <a:t>‹#›</a:t>
            </a:fld>
            <a:endParaRPr lang="en-GB" sz="1400" b="0" i="0" u="none" strike="noStrike" kern="1200" cap="none">
              <a:ln>
                <a:noFill/>
              </a:ln>
              <a:solidFill>
                <a:srgbClr val="000000"/>
              </a:solidFill>
              <a:latin typeface="Liberation Sans" pitchFamily="18"/>
              <a:ea typeface="DejaVu Sans" pitchFamily="2"/>
              <a:cs typeface="DejaVu Sans" pitchFamily="2"/>
            </a:endParaRPr>
          </a:p>
        </p:txBody>
      </p:sp>
    </p:spTree>
    <p:extLst>
      <p:ext uri="{BB962C8B-B14F-4D97-AF65-F5344CB8AC3E}">
        <p14:creationId xmlns:p14="http://schemas.microsoft.com/office/powerpoint/2010/main" val="3657367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020D5-B2E6-450F-93C9-351AB8E79386}"/>
              </a:ext>
            </a:extLst>
          </p:cNvPr>
          <p:cNvSpPr>
            <a:spLocks noGrp="1" noRot="1" noChangeAspect="1"/>
          </p:cNvSpPr>
          <p:nvPr>
            <p:ph type="sldImg" idx="2"/>
          </p:nvPr>
        </p:nvSpPr>
        <p:spPr>
          <a:xfrm>
            <a:off x="216000" y="812520"/>
            <a:ext cx="7127279" cy="4008959"/>
          </a:xfrm>
          <a:prstGeom prst="rect">
            <a:avLst/>
          </a:prstGeom>
          <a:noFill/>
          <a:ln>
            <a:noFill/>
            <a:prstDash val="solid"/>
          </a:ln>
        </p:spPr>
      </p:sp>
      <p:sp>
        <p:nvSpPr>
          <p:cNvPr id="3" name="Notes Placeholder 2">
            <a:extLst>
              <a:ext uri="{FF2B5EF4-FFF2-40B4-BE49-F238E27FC236}">
                <a16:creationId xmlns:a16="http://schemas.microsoft.com/office/drawing/2014/main" id="{667E070B-183F-498E-86DE-A108965E298F}"/>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GB"/>
          </a:p>
        </p:txBody>
      </p:sp>
      <p:sp>
        <p:nvSpPr>
          <p:cNvPr id="4" name="Header Placeholder 3">
            <a:extLst>
              <a:ext uri="{FF2B5EF4-FFF2-40B4-BE49-F238E27FC236}">
                <a16:creationId xmlns:a16="http://schemas.microsoft.com/office/drawing/2014/main" id="{5B877758-377F-49D1-B5F0-1120FF48D7EA}"/>
              </a:ext>
            </a:extLst>
          </p:cNvPr>
          <p:cNvSpPr txBox="1">
            <a:spLocks noGrp="1"/>
          </p:cNvSpPr>
          <p:nvPr>
            <p:ph type="hdr" sz="quarter"/>
          </p:nvPr>
        </p:nvSpPr>
        <p:spPr>
          <a:xfrm>
            <a:off x="0" y="0"/>
            <a:ext cx="3280680" cy="534240"/>
          </a:xfrm>
          <a:prstGeom prst="rect">
            <a:avLst/>
          </a:prstGeom>
          <a:noFill/>
          <a:ln>
            <a:noFill/>
          </a:ln>
        </p:spPr>
        <p:txBody>
          <a:bodyPr vert="horz" lIns="0" tIns="0" rIns="0" bIns="0"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5" name="Date Placeholder 4">
            <a:extLst>
              <a:ext uri="{FF2B5EF4-FFF2-40B4-BE49-F238E27FC236}">
                <a16:creationId xmlns:a16="http://schemas.microsoft.com/office/drawing/2014/main" id="{DF0004FD-664F-43D8-8371-7CD78D1F25A2}"/>
              </a:ext>
            </a:extLst>
          </p:cNvPr>
          <p:cNvSpPr txBox="1">
            <a:spLocks noGrp="1"/>
          </p:cNvSpPr>
          <p:nvPr>
            <p:ph type="dt" idx="1"/>
          </p:nvPr>
        </p:nvSpPr>
        <p:spPr>
          <a:xfrm>
            <a:off x="4278960" y="0"/>
            <a:ext cx="3280680" cy="534240"/>
          </a:xfrm>
          <a:prstGeom prst="rect">
            <a:avLst/>
          </a:prstGeom>
          <a:noFill/>
          <a:ln>
            <a:noFill/>
          </a:ln>
        </p:spPr>
        <p:txBody>
          <a:bodyPr vert="horz" lIns="0" tIns="0" rIns="0" bIns="0"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6" name="Footer Placeholder 5">
            <a:extLst>
              <a:ext uri="{FF2B5EF4-FFF2-40B4-BE49-F238E27FC236}">
                <a16:creationId xmlns:a16="http://schemas.microsoft.com/office/drawing/2014/main" id="{EB593503-8F0C-4F08-93E1-19C00D0F8158}"/>
              </a:ext>
            </a:extLst>
          </p:cNvPr>
          <p:cNvSpPr txBox="1">
            <a:spLocks noGrp="1"/>
          </p:cNvSpPr>
          <p:nvPr>
            <p:ph type="ftr" sz="quarter" idx="4"/>
          </p:nvPr>
        </p:nvSpPr>
        <p:spPr>
          <a:xfrm>
            <a:off x="0" y="10157400"/>
            <a:ext cx="3280680" cy="534240"/>
          </a:xfrm>
          <a:prstGeom prst="rect">
            <a:avLst/>
          </a:prstGeom>
          <a:noFill/>
          <a:ln>
            <a:noFill/>
          </a:ln>
        </p:spPr>
        <p:txBody>
          <a:bodyPr vert="horz" lIns="0" tIns="0" rIns="0" bIns="0" anchor="b"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7" name="Slide Number Placeholder 6">
            <a:extLst>
              <a:ext uri="{FF2B5EF4-FFF2-40B4-BE49-F238E27FC236}">
                <a16:creationId xmlns:a16="http://schemas.microsoft.com/office/drawing/2014/main" id="{37AE7735-6C22-483F-B21A-38F1E0059554}"/>
              </a:ext>
            </a:extLst>
          </p:cNvPr>
          <p:cNvSpPr txBox="1">
            <a:spLocks noGrp="1"/>
          </p:cNvSpPr>
          <p:nvPr>
            <p:ph type="sldNum" sz="quarter" idx="5"/>
          </p:nvPr>
        </p:nvSpPr>
        <p:spPr>
          <a:xfrm>
            <a:off x="4278960" y="10157400"/>
            <a:ext cx="3280680" cy="534240"/>
          </a:xfrm>
          <a:prstGeom prst="rect">
            <a:avLst/>
          </a:prstGeom>
          <a:noFill/>
          <a:ln>
            <a:noFill/>
          </a:ln>
        </p:spPr>
        <p:txBody>
          <a:bodyPr vert="horz" lIns="0" tIns="0" rIns="0" bIns="0" anchor="b"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fld id="{08914F74-C196-4D7D-928F-59AF804BF922}" type="slidenum">
              <a:t>‹#›</a:t>
            </a:fld>
            <a:endParaRPr lang="en-GB"/>
          </a:p>
        </p:txBody>
      </p:sp>
    </p:spTree>
    <p:extLst>
      <p:ext uri="{BB962C8B-B14F-4D97-AF65-F5344CB8AC3E}">
        <p14:creationId xmlns:p14="http://schemas.microsoft.com/office/powerpoint/2010/main" val="3690660376"/>
      </p:ext>
    </p:extLst>
  </p:cSld>
  <p:clrMap bg1="lt1" tx1="dk1" bg2="lt2" tx2="dk2" accent1="accent1" accent2="accent2" accent3="accent3" accent4="accent4" accent5="accent5" accent6="accent6" hlink="hlink" folHlink="folHlink"/>
  <p:notesStyle>
    <a:lvl1pPr marL="216000" marR="0" indent="-216000" rtl="0" hangingPunct="0">
      <a:tabLst/>
      <a:defRPr lang="en-GB" sz="2000" b="0" i="0" u="none" strike="noStrike" kern="1200" cap="none">
        <a:ln>
          <a:noFill/>
        </a:ln>
        <a:highlight>
          <a:scrgbClr r="0" g="0" b="0">
            <a:alpha val="0"/>
          </a:scrgbClr>
        </a:highlight>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E2F7028-8DB9-4F28-A363-3DF74C142825}"/>
              </a:ext>
            </a:extLst>
          </p:cNvPr>
          <p:cNvSpPr txBox="1">
            <a:spLocks noGrp="1"/>
          </p:cNvSpPr>
          <p:nvPr>
            <p:ph type="sldNum" sz="quarter" idx="5"/>
          </p:nvPr>
        </p:nvSpPr>
        <p:spPr>
          <a:ln/>
        </p:spPr>
        <p:txBody>
          <a:bodyPr vert="horz" lIns="0" tIns="0" rIns="0" bIns="0" anchor="b" anchorCtr="0">
            <a:noAutofit/>
          </a:bodyPr>
          <a:lstStyle/>
          <a:p>
            <a:pPr lvl="0"/>
            <a:fld id="{E74C041F-0F1C-47CE-8C67-F3BEC5CE60EC}" type="slidenum">
              <a:t>1</a:t>
            </a:fld>
            <a:endParaRPr lang="en-GB"/>
          </a:p>
        </p:txBody>
      </p:sp>
      <p:sp>
        <p:nvSpPr>
          <p:cNvPr id="2" name="Slide Image Placeholder 1">
            <a:extLst>
              <a:ext uri="{FF2B5EF4-FFF2-40B4-BE49-F238E27FC236}">
                <a16:creationId xmlns:a16="http://schemas.microsoft.com/office/drawing/2014/main" id="{29BE1E44-4FCD-4E4F-A044-A0424B89994E}"/>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3983E29-00C4-4FB5-8E2B-8F34618112CF}"/>
              </a:ext>
            </a:extLst>
          </p:cNvPr>
          <p:cNvSpPr txBox="1">
            <a:spLocks noGrp="1"/>
          </p:cNvSpPr>
          <p:nvPr>
            <p:ph type="body" sz="quarter" idx="1"/>
          </p:nvPr>
        </p:nvSpPr>
        <p:spPr/>
        <p:txBody>
          <a:bodyPr vert="horz">
            <a:spAutoFit/>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518CCB2-03F0-4B5B-A217-97B317F14391}"/>
              </a:ext>
            </a:extLst>
          </p:cNvPr>
          <p:cNvSpPr txBox="1">
            <a:spLocks noGrp="1"/>
          </p:cNvSpPr>
          <p:nvPr>
            <p:ph type="sldNum" sz="quarter" idx="5"/>
          </p:nvPr>
        </p:nvSpPr>
        <p:spPr>
          <a:ln/>
        </p:spPr>
        <p:txBody>
          <a:bodyPr vert="horz" lIns="0" tIns="0" rIns="0" bIns="0" anchor="b" anchorCtr="0">
            <a:noAutofit/>
          </a:bodyPr>
          <a:lstStyle/>
          <a:p>
            <a:pPr lvl="0"/>
            <a:fld id="{76457F9F-C39F-492A-B41D-A9FA2C727950}" type="slidenum">
              <a:t>2</a:t>
            </a:fld>
            <a:endParaRPr lang="en-GB"/>
          </a:p>
        </p:txBody>
      </p:sp>
      <p:sp>
        <p:nvSpPr>
          <p:cNvPr id="2" name="Slide Image Placeholder 1">
            <a:extLst>
              <a:ext uri="{FF2B5EF4-FFF2-40B4-BE49-F238E27FC236}">
                <a16:creationId xmlns:a16="http://schemas.microsoft.com/office/drawing/2014/main" id="{CA9E571F-345C-4C5C-8705-0E800436CE2D}"/>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DEB8150-0806-4C6C-A606-79E0334FF45B}"/>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F5487D0-35DC-4BBB-B272-6627AFA4F5E1}"/>
              </a:ext>
            </a:extLst>
          </p:cNvPr>
          <p:cNvSpPr txBox="1">
            <a:spLocks noGrp="1"/>
          </p:cNvSpPr>
          <p:nvPr>
            <p:ph type="sldNum" sz="quarter" idx="5"/>
          </p:nvPr>
        </p:nvSpPr>
        <p:spPr>
          <a:ln/>
        </p:spPr>
        <p:txBody>
          <a:bodyPr vert="horz" lIns="0" tIns="0" rIns="0" bIns="0" anchor="b" anchorCtr="0">
            <a:noAutofit/>
          </a:bodyPr>
          <a:lstStyle/>
          <a:p>
            <a:pPr lvl="0"/>
            <a:fld id="{AA02CC85-A428-4EB0-878E-9DB1989B5265}" type="slidenum">
              <a:t>3</a:t>
            </a:fld>
            <a:endParaRPr lang="en-GB"/>
          </a:p>
        </p:txBody>
      </p:sp>
      <p:sp>
        <p:nvSpPr>
          <p:cNvPr id="2" name="Slide Image Placeholder 1">
            <a:extLst>
              <a:ext uri="{FF2B5EF4-FFF2-40B4-BE49-F238E27FC236}">
                <a16:creationId xmlns:a16="http://schemas.microsoft.com/office/drawing/2014/main" id="{810E411C-DA83-435E-A3E5-A0D5808442CE}"/>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5068C55-E6D4-4DB2-BDDE-3346ADA651EE}"/>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BB46521-3699-473B-A3A9-FA7123552F3A}"/>
              </a:ext>
            </a:extLst>
          </p:cNvPr>
          <p:cNvSpPr txBox="1">
            <a:spLocks noGrp="1"/>
          </p:cNvSpPr>
          <p:nvPr>
            <p:ph type="sldNum" sz="quarter" idx="5"/>
          </p:nvPr>
        </p:nvSpPr>
        <p:spPr>
          <a:ln/>
        </p:spPr>
        <p:txBody>
          <a:bodyPr vert="horz" lIns="0" tIns="0" rIns="0" bIns="0" anchor="b" anchorCtr="0">
            <a:noAutofit/>
          </a:bodyPr>
          <a:lstStyle/>
          <a:p>
            <a:pPr lvl="0"/>
            <a:fld id="{6BE052B9-098A-4EEE-84CE-E05367DC1F61}" type="slidenum">
              <a:t>4</a:t>
            </a:fld>
            <a:endParaRPr lang="en-GB"/>
          </a:p>
        </p:txBody>
      </p:sp>
      <p:sp>
        <p:nvSpPr>
          <p:cNvPr id="2" name="Slide Image Placeholder 1">
            <a:extLst>
              <a:ext uri="{FF2B5EF4-FFF2-40B4-BE49-F238E27FC236}">
                <a16:creationId xmlns:a16="http://schemas.microsoft.com/office/drawing/2014/main" id="{4FF26799-1397-461A-9C25-D7C6487D9FAE}"/>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F57E80D-72E5-415B-B0BF-8F14FC8F9858}"/>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3148CF4-1BE4-452E-A62B-3DE88BCCCA6B}"/>
              </a:ext>
            </a:extLst>
          </p:cNvPr>
          <p:cNvSpPr txBox="1">
            <a:spLocks noGrp="1"/>
          </p:cNvSpPr>
          <p:nvPr>
            <p:ph type="sldNum" sz="quarter" idx="5"/>
          </p:nvPr>
        </p:nvSpPr>
        <p:spPr>
          <a:ln/>
        </p:spPr>
        <p:txBody>
          <a:bodyPr vert="horz" lIns="0" tIns="0" rIns="0" bIns="0" anchor="b" anchorCtr="0">
            <a:noAutofit/>
          </a:bodyPr>
          <a:lstStyle/>
          <a:p>
            <a:pPr lvl="0"/>
            <a:fld id="{7CCE62F5-5C67-4965-8174-99CCC08B5EE5}" type="slidenum">
              <a:t>5</a:t>
            </a:fld>
            <a:endParaRPr lang="en-GB"/>
          </a:p>
        </p:txBody>
      </p:sp>
      <p:sp>
        <p:nvSpPr>
          <p:cNvPr id="2" name="Slide Image Placeholder 1">
            <a:extLst>
              <a:ext uri="{FF2B5EF4-FFF2-40B4-BE49-F238E27FC236}">
                <a16:creationId xmlns:a16="http://schemas.microsoft.com/office/drawing/2014/main" id="{980F5CBA-E558-4B50-9A44-DD522C74EE8A}"/>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1A645D9-ABAD-481E-BB39-75E2973F9E67}"/>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02E1361-697D-450C-90A1-F6426CC7D643}"/>
              </a:ext>
            </a:extLst>
          </p:cNvPr>
          <p:cNvSpPr txBox="1">
            <a:spLocks noGrp="1"/>
          </p:cNvSpPr>
          <p:nvPr>
            <p:ph type="sldNum" sz="quarter" idx="5"/>
          </p:nvPr>
        </p:nvSpPr>
        <p:spPr>
          <a:ln/>
        </p:spPr>
        <p:txBody>
          <a:bodyPr vert="horz" lIns="0" tIns="0" rIns="0" bIns="0" anchor="b" anchorCtr="0">
            <a:noAutofit/>
          </a:bodyPr>
          <a:lstStyle/>
          <a:p>
            <a:pPr lvl="0"/>
            <a:fld id="{3410807D-CA4C-4DC8-A4F3-A7AE895E613A}" type="slidenum">
              <a:t>6</a:t>
            </a:fld>
            <a:endParaRPr lang="en-GB"/>
          </a:p>
        </p:txBody>
      </p:sp>
      <p:sp>
        <p:nvSpPr>
          <p:cNvPr id="2" name="Slide Image Placeholder 1">
            <a:extLst>
              <a:ext uri="{FF2B5EF4-FFF2-40B4-BE49-F238E27FC236}">
                <a16:creationId xmlns:a16="http://schemas.microsoft.com/office/drawing/2014/main" id="{DCAA2669-BD1B-4053-8599-3425327C5AF0}"/>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E4E30FE-AE24-4224-B58E-A9465FCE848D}"/>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14765C4-9630-48C9-A7B3-C5242D5ED349}"/>
              </a:ext>
            </a:extLst>
          </p:cNvPr>
          <p:cNvSpPr txBox="1">
            <a:spLocks noGrp="1"/>
          </p:cNvSpPr>
          <p:nvPr>
            <p:ph type="sldNum" sz="quarter" idx="5"/>
          </p:nvPr>
        </p:nvSpPr>
        <p:spPr>
          <a:ln/>
        </p:spPr>
        <p:txBody>
          <a:bodyPr vert="horz" lIns="0" tIns="0" rIns="0" bIns="0" anchor="b" anchorCtr="0">
            <a:noAutofit/>
          </a:bodyPr>
          <a:lstStyle/>
          <a:p>
            <a:pPr lvl="0"/>
            <a:fld id="{EE140E27-F66D-4B53-A4CC-08160D236165}" type="slidenum">
              <a:t>7</a:t>
            </a:fld>
            <a:endParaRPr lang="en-GB"/>
          </a:p>
        </p:txBody>
      </p:sp>
      <p:sp>
        <p:nvSpPr>
          <p:cNvPr id="2" name="Slide Image Placeholder 1">
            <a:extLst>
              <a:ext uri="{FF2B5EF4-FFF2-40B4-BE49-F238E27FC236}">
                <a16:creationId xmlns:a16="http://schemas.microsoft.com/office/drawing/2014/main" id="{E76A14B5-1811-4D50-9163-A9E74DD01E5A}"/>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F4738CC-B1A8-48A9-A6D1-13DCCCF9498F}"/>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6F02B29-B0FE-4623-899F-5A14DB84D084}"/>
              </a:ext>
            </a:extLst>
          </p:cNvPr>
          <p:cNvSpPr txBox="1">
            <a:spLocks noGrp="1"/>
          </p:cNvSpPr>
          <p:nvPr>
            <p:ph type="sldNum" sz="quarter" idx="5"/>
          </p:nvPr>
        </p:nvSpPr>
        <p:spPr>
          <a:ln/>
        </p:spPr>
        <p:txBody>
          <a:bodyPr vert="horz" lIns="0" tIns="0" rIns="0" bIns="0" anchor="b" anchorCtr="0">
            <a:noAutofit/>
          </a:bodyPr>
          <a:lstStyle/>
          <a:p>
            <a:pPr lvl="0"/>
            <a:fld id="{AF5912C9-D509-45A5-A94C-D2D97936E928}" type="slidenum">
              <a:t>8</a:t>
            </a:fld>
            <a:endParaRPr lang="en-GB"/>
          </a:p>
        </p:txBody>
      </p:sp>
      <p:sp>
        <p:nvSpPr>
          <p:cNvPr id="2" name="Slide Image Placeholder 1">
            <a:extLst>
              <a:ext uri="{FF2B5EF4-FFF2-40B4-BE49-F238E27FC236}">
                <a16:creationId xmlns:a16="http://schemas.microsoft.com/office/drawing/2014/main" id="{12F33F99-3A7D-4266-96C9-59EFC46665F5}"/>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A3F9945-7423-45EE-8BC0-B6A3D092B9E0}"/>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35CF04D-BC36-42F7-AA0D-18D7CFDD9574}"/>
              </a:ext>
            </a:extLst>
          </p:cNvPr>
          <p:cNvSpPr txBox="1">
            <a:spLocks noGrp="1"/>
          </p:cNvSpPr>
          <p:nvPr>
            <p:ph type="sldNum" sz="quarter" idx="5"/>
          </p:nvPr>
        </p:nvSpPr>
        <p:spPr>
          <a:ln/>
        </p:spPr>
        <p:txBody>
          <a:bodyPr vert="horz" lIns="0" tIns="0" rIns="0" bIns="0" anchor="b" anchorCtr="0">
            <a:noAutofit/>
          </a:bodyPr>
          <a:lstStyle/>
          <a:p>
            <a:pPr lvl="0"/>
            <a:fld id="{306F9CFF-6AC4-4DD3-BC91-091C62BC7810}" type="slidenum">
              <a:t>9</a:t>
            </a:fld>
            <a:endParaRPr lang="en-GB"/>
          </a:p>
        </p:txBody>
      </p:sp>
      <p:sp>
        <p:nvSpPr>
          <p:cNvPr id="2" name="Slide Image Placeholder 1">
            <a:extLst>
              <a:ext uri="{FF2B5EF4-FFF2-40B4-BE49-F238E27FC236}">
                <a16:creationId xmlns:a16="http://schemas.microsoft.com/office/drawing/2014/main" id="{E08473E3-56FE-43A7-BBB1-C3D27E374A7E}"/>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9628548-66C6-4BDD-AC26-1CBCAF0BC2A2}"/>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8393237-A0A4-4467-B85A-C15AE830F994}"/>
              </a:ext>
            </a:extLst>
          </p:cNvPr>
          <p:cNvSpPr txBox="1">
            <a:spLocks noGrp="1"/>
          </p:cNvSpPr>
          <p:nvPr>
            <p:ph type="sldNum" sz="quarter" idx="5"/>
          </p:nvPr>
        </p:nvSpPr>
        <p:spPr>
          <a:ln/>
        </p:spPr>
        <p:txBody>
          <a:bodyPr vert="horz" lIns="0" tIns="0" rIns="0" bIns="0" anchor="b" anchorCtr="0">
            <a:noAutofit/>
          </a:bodyPr>
          <a:lstStyle/>
          <a:p>
            <a:pPr lvl="0"/>
            <a:fld id="{0930E93B-967E-4DA3-8210-CBB12D61C7A4}" type="slidenum">
              <a:t>10</a:t>
            </a:fld>
            <a:endParaRPr lang="en-GB"/>
          </a:p>
        </p:txBody>
      </p:sp>
      <p:sp>
        <p:nvSpPr>
          <p:cNvPr id="2" name="Slide Image Placeholder 1">
            <a:extLst>
              <a:ext uri="{FF2B5EF4-FFF2-40B4-BE49-F238E27FC236}">
                <a16:creationId xmlns:a16="http://schemas.microsoft.com/office/drawing/2014/main" id="{0A2D0243-8A1F-47EC-9838-E19C7FB22FC2}"/>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907CA999-BCC5-405E-8E0C-8EBF718052A4}"/>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F1D6D88-74D3-4157-98D0-B5E1E6F8537A}"/>
              </a:ext>
            </a:extLst>
          </p:cNvPr>
          <p:cNvSpPr txBox="1">
            <a:spLocks noGrp="1"/>
          </p:cNvSpPr>
          <p:nvPr>
            <p:ph type="sldNum" sz="quarter" idx="5"/>
          </p:nvPr>
        </p:nvSpPr>
        <p:spPr>
          <a:ln/>
        </p:spPr>
        <p:txBody>
          <a:bodyPr vert="horz" lIns="0" tIns="0" rIns="0" bIns="0" anchor="b" anchorCtr="0">
            <a:noAutofit/>
          </a:bodyPr>
          <a:lstStyle/>
          <a:p>
            <a:pPr lvl="0"/>
            <a:fld id="{54512C7C-1342-4AE6-8FB7-29BBB147037F}" type="slidenum">
              <a:t>11</a:t>
            </a:fld>
            <a:endParaRPr lang="en-GB"/>
          </a:p>
        </p:txBody>
      </p:sp>
      <p:sp>
        <p:nvSpPr>
          <p:cNvPr id="2" name="Slide Image Placeholder 1">
            <a:extLst>
              <a:ext uri="{FF2B5EF4-FFF2-40B4-BE49-F238E27FC236}">
                <a16:creationId xmlns:a16="http://schemas.microsoft.com/office/drawing/2014/main" id="{64595B8B-17C2-42AF-8077-AFBC04EC7B84}"/>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BD8E775-3C04-4FCD-BDC8-1A32BBCF3234}"/>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155E805-3C23-4C02-BB4F-972007ADAAA7}"/>
              </a:ext>
            </a:extLst>
          </p:cNvPr>
          <p:cNvSpPr txBox="1">
            <a:spLocks noGrp="1"/>
          </p:cNvSpPr>
          <p:nvPr>
            <p:ph type="sldNum" sz="quarter" idx="5"/>
          </p:nvPr>
        </p:nvSpPr>
        <p:spPr>
          <a:ln/>
        </p:spPr>
        <p:txBody>
          <a:bodyPr vert="horz" lIns="0" tIns="0" rIns="0" bIns="0" anchor="b" anchorCtr="0">
            <a:noAutofit/>
          </a:bodyPr>
          <a:lstStyle/>
          <a:p>
            <a:pPr lvl="0"/>
            <a:fld id="{E67C194A-836D-4D54-8A4D-9E71168E09FF}" type="slidenum">
              <a:t>12</a:t>
            </a:fld>
            <a:endParaRPr lang="en-GB"/>
          </a:p>
        </p:txBody>
      </p:sp>
      <p:sp>
        <p:nvSpPr>
          <p:cNvPr id="2" name="Slide Image Placeholder 1">
            <a:extLst>
              <a:ext uri="{FF2B5EF4-FFF2-40B4-BE49-F238E27FC236}">
                <a16:creationId xmlns:a16="http://schemas.microsoft.com/office/drawing/2014/main" id="{CA4C71A7-5013-4397-8319-B624870EB424}"/>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DCFFA74-FE22-49A3-904B-271BFEC8674C}"/>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31BA488-C0FE-45CE-A66C-11FBDEDBF0EE}"/>
              </a:ext>
            </a:extLst>
          </p:cNvPr>
          <p:cNvSpPr txBox="1">
            <a:spLocks noGrp="1"/>
          </p:cNvSpPr>
          <p:nvPr>
            <p:ph type="sldNum" sz="quarter" idx="5"/>
          </p:nvPr>
        </p:nvSpPr>
        <p:spPr>
          <a:ln/>
        </p:spPr>
        <p:txBody>
          <a:bodyPr vert="horz" lIns="0" tIns="0" rIns="0" bIns="0" anchor="b" anchorCtr="0">
            <a:noAutofit/>
          </a:bodyPr>
          <a:lstStyle/>
          <a:p>
            <a:pPr lvl="0"/>
            <a:fld id="{FD1395A6-D7E5-4635-9615-B4F99DA8DBDD}" type="slidenum">
              <a:t>13</a:t>
            </a:fld>
            <a:endParaRPr lang="en-GB"/>
          </a:p>
        </p:txBody>
      </p:sp>
      <p:sp>
        <p:nvSpPr>
          <p:cNvPr id="2" name="Slide Image Placeholder 1">
            <a:extLst>
              <a:ext uri="{FF2B5EF4-FFF2-40B4-BE49-F238E27FC236}">
                <a16:creationId xmlns:a16="http://schemas.microsoft.com/office/drawing/2014/main" id="{801AA865-0FA6-4D1C-9B53-D9201B1A4717}"/>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E4FA8AC-17AC-48F8-A2A4-421EC4DFC4EC}"/>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3119B11-9E31-4016-BB9C-5F23BE0F6459}"/>
              </a:ext>
            </a:extLst>
          </p:cNvPr>
          <p:cNvSpPr txBox="1">
            <a:spLocks noGrp="1"/>
          </p:cNvSpPr>
          <p:nvPr>
            <p:ph type="sldNum" sz="quarter" idx="5"/>
          </p:nvPr>
        </p:nvSpPr>
        <p:spPr>
          <a:ln/>
        </p:spPr>
        <p:txBody>
          <a:bodyPr vert="horz" lIns="0" tIns="0" rIns="0" bIns="0" anchor="b" anchorCtr="0">
            <a:noAutofit/>
          </a:bodyPr>
          <a:lstStyle/>
          <a:p>
            <a:pPr lvl="0"/>
            <a:fld id="{2BED57E6-B5EC-4B17-AE00-720BA30BA236}" type="slidenum">
              <a:t>14</a:t>
            </a:fld>
            <a:endParaRPr lang="en-GB"/>
          </a:p>
        </p:txBody>
      </p:sp>
      <p:sp>
        <p:nvSpPr>
          <p:cNvPr id="2" name="Slide Image Placeholder 1">
            <a:extLst>
              <a:ext uri="{FF2B5EF4-FFF2-40B4-BE49-F238E27FC236}">
                <a16:creationId xmlns:a16="http://schemas.microsoft.com/office/drawing/2014/main" id="{84A74A31-C826-4237-83C9-7DF24024B6DC}"/>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6AF8FDC-470B-4149-8F55-D91DA257ACED}"/>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DF419C4-D611-46E5-B6E6-FDB025D930DB}"/>
              </a:ext>
            </a:extLst>
          </p:cNvPr>
          <p:cNvSpPr txBox="1">
            <a:spLocks noGrp="1"/>
          </p:cNvSpPr>
          <p:nvPr>
            <p:ph type="sldNum" sz="quarter" idx="5"/>
          </p:nvPr>
        </p:nvSpPr>
        <p:spPr>
          <a:ln/>
        </p:spPr>
        <p:txBody>
          <a:bodyPr vert="horz" lIns="0" tIns="0" rIns="0" bIns="0" anchor="b" anchorCtr="0">
            <a:noAutofit/>
          </a:bodyPr>
          <a:lstStyle/>
          <a:p>
            <a:pPr lvl="0"/>
            <a:fld id="{C0B76A60-3ACE-470A-B1E4-5FB52B475D47}" type="slidenum">
              <a:t>15</a:t>
            </a:fld>
            <a:endParaRPr lang="en-GB"/>
          </a:p>
        </p:txBody>
      </p:sp>
      <p:sp>
        <p:nvSpPr>
          <p:cNvPr id="2" name="Slide Image Placeholder 1">
            <a:extLst>
              <a:ext uri="{FF2B5EF4-FFF2-40B4-BE49-F238E27FC236}">
                <a16:creationId xmlns:a16="http://schemas.microsoft.com/office/drawing/2014/main" id="{EF65172C-E999-40EC-B8EF-9E24009CDB16}"/>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90F98B2-C1B7-46DA-9110-D7275A916E59}"/>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7BC1935-D5E9-4137-A002-3E868DBA7290}"/>
              </a:ext>
            </a:extLst>
          </p:cNvPr>
          <p:cNvSpPr txBox="1">
            <a:spLocks noGrp="1"/>
          </p:cNvSpPr>
          <p:nvPr>
            <p:ph type="sldNum" sz="quarter" idx="5"/>
          </p:nvPr>
        </p:nvSpPr>
        <p:spPr>
          <a:ln/>
        </p:spPr>
        <p:txBody>
          <a:bodyPr vert="horz" lIns="0" tIns="0" rIns="0" bIns="0" anchor="b" anchorCtr="0">
            <a:noAutofit/>
          </a:bodyPr>
          <a:lstStyle/>
          <a:p>
            <a:pPr lvl="0"/>
            <a:fld id="{0F3C46DA-47E5-430E-A758-0740BF31ADEE}" type="slidenum">
              <a:t>16</a:t>
            </a:fld>
            <a:endParaRPr lang="en-GB"/>
          </a:p>
        </p:txBody>
      </p:sp>
      <p:sp>
        <p:nvSpPr>
          <p:cNvPr id="2" name="Slide Image Placeholder 1">
            <a:extLst>
              <a:ext uri="{FF2B5EF4-FFF2-40B4-BE49-F238E27FC236}">
                <a16:creationId xmlns:a16="http://schemas.microsoft.com/office/drawing/2014/main" id="{439ECF8E-C8F0-441E-83C4-8B870F8135F0}"/>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471CCF0-3DA3-4367-8572-282FBC5DDA30}"/>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91F6023-7648-4E75-BAE4-EF5AEF1DBE13}"/>
              </a:ext>
            </a:extLst>
          </p:cNvPr>
          <p:cNvSpPr txBox="1">
            <a:spLocks noGrp="1"/>
          </p:cNvSpPr>
          <p:nvPr>
            <p:ph type="sldNum" sz="quarter" idx="5"/>
          </p:nvPr>
        </p:nvSpPr>
        <p:spPr>
          <a:ln/>
        </p:spPr>
        <p:txBody>
          <a:bodyPr vert="horz" lIns="0" tIns="0" rIns="0" bIns="0" anchor="b" anchorCtr="0">
            <a:noAutofit/>
          </a:bodyPr>
          <a:lstStyle/>
          <a:p>
            <a:pPr lvl="0"/>
            <a:fld id="{71980502-FE64-459C-AC80-70DB964EE72A}" type="slidenum">
              <a:t>17</a:t>
            </a:fld>
            <a:endParaRPr lang="en-GB"/>
          </a:p>
        </p:txBody>
      </p:sp>
      <p:sp>
        <p:nvSpPr>
          <p:cNvPr id="2" name="Slide Image Placeholder 1">
            <a:extLst>
              <a:ext uri="{FF2B5EF4-FFF2-40B4-BE49-F238E27FC236}">
                <a16:creationId xmlns:a16="http://schemas.microsoft.com/office/drawing/2014/main" id="{1AC1CD3F-2409-4B63-9C04-B9F92803218B}"/>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0947BFE-FBE1-4ACE-A0D3-57DD42E6E2DF}"/>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37D9C99-201B-4BEB-A7EB-2F022BAF0B4E}"/>
              </a:ext>
            </a:extLst>
          </p:cNvPr>
          <p:cNvSpPr txBox="1">
            <a:spLocks noGrp="1"/>
          </p:cNvSpPr>
          <p:nvPr>
            <p:ph type="sldNum" sz="quarter" idx="5"/>
          </p:nvPr>
        </p:nvSpPr>
        <p:spPr>
          <a:ln/>
        </p:spPr>
        <p:txBody>
          <a:bodyPr vert="horz" lIns="0" tIns="0" rIns="0" bIns="0" anchor="b" anchorCtr="0">
            <a:noAutofit/>
          </a:bodyPr>
          <a:lstStyle/>
          <a:p>
            <a:pPr lvl="0"/>
            <a:fld id="{6E58836F-15AB-4352-B57C-432A18C17D5A}" type="slidenum">
              <a:t>18</a:t>
            </a:fld>
            <a:endParaRPr lang="en-GB"/>
          </a:p>
        </p:txBody>
      </p:sp>
      <p:sp>
        <p:nvSpPr>
          <p:cNvPr id="2" name="Slide Image Placeholder 1">
            <a:extLst>
              <a:ext uri="{FF2B5EF4-FFF2-40B4-BE49-F238E27FC236}">
                <a16:creationId xmlns:a16="http://schemas.microsoft.com/office/drawing/2014/main" id="{7ADEB737-BBD1-4FCE-AF0B-D2E9E92079E2}"/>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3642E6F-E9FF-4562-8B36-66FDC8FA38CB}"/>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65F90AA-268E-4D05-84E1-3C9076EEFAE7}"/>
              </a:ext>
            </a:extLst>
          </p:cNvPr>
          <p:cNvSpPr txBox="1">
            <a:spLocks noGrp="1"/>
          </p:cNvSpPr>
          <p:nvPr>
            <p:ph type="sldNum" sz="quarter" idx="5"/>
          </p:nvPr>
        </p:nvSpPr>
        <p:spPr>
          <a:ln/>
        </p:spPr>
        <p:txBody>
          <a:bodyPr vert="horz" lIns="0" tIns="0" rIns="0" bIns="0" anchor="b" anchorCtr="0">
            <a:noAutofit/>
          </a:bodyPr>
          <a:lstStyle/>
          <a:p>
            <a:pPr lvl="0"/>
            <a:fld id="{1534558A-B5BA-4C5D-A319-8F7D510391E4}" type="slidenum">
              <a:t>19</a:t>
            </a:fld>
            <a:endParaRPr lang="en-GB"/>
          </a:p>
        </p:txBody>
      </p:sp>
      <p:sp>
        <p:nvSpPr>
          <p:cNvPr id="2" name="Slide Image Placeholder 1">
            <a:extLst>
              <a:ext uri="{FF2B5EF4-FFF2-40B4-BE49-F238E27FC236}">
                <a16:creationId xmlns:a16="http://schemas.microsoft.com/office/drawing/2014/main" id="{6C244604-87E5-47A6-9401-31A01B949A78}"/>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0312DB6-DD90-4E02-B7B9-88169155E21E}"/>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256DD09-6A94-4FF1-B1E6-3AEC65638ECA}"/>
              </a:ext>
            </a:extLst>
          </p:cNvPr>
          <p:cNvSpPr txBox="1">
            <a:spLocks noGrp="1"/>
          </p:cNvSpPr>
          <p:nvPr>
            <p:ph type="sldNum" sz="quarter" idx="5"/>
          </p:nvPr>
        </p:nvSpPr>
        <p:spPr>
          <a:ln/>
        </p:spPr>
        <p:txBody>
          <a:bodyPr vert="horz" lIns="0" tIns="0" rIns="0" bIns="0" anchor="b" anchorCtr="0">
            <a:noAutofit/>
          </a:bodyPr>
          <a:lstStyle/>
          <a:p>
            <a:pPr lvl="0"/>
            <a:fld id="{7A5CFAE8-EAD0-4E07-A067-B134A55289D3}" type="slidenum">
              <a:t>20</a:t>
            </a:fld>
            <a:endParaRPr lang="en-GB"/>
          </a:p>
        </p:txBody>
      </p:sp>
      <p:sp>
        <p:nvSpPr>
          <p:cNvPr id="2" name="Slide Image Placeholder 1">
            <a:extLst>
              <a:ext uri="{FF2B5EF4-FFF2-40B4-BE49-F238E27FC236}">
                <a16:creationId xmlns:a16="http://schemas.microsoft.com/office/drawing/2014/main" id="{424879AF-E713-4CD2-B3E4-111D410435D0}"/>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40C25528-0A84-445F-8B89-948175265306}"/>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04FD9F5-8A3D-4D35-9CC5-F216717E965F}"/>
              </a:ext>
            </a:extLst>
          </p:cNvPr>
          <p:cNvSpPr txBox="1">
            <a:spLocks noGrp="1"/>
          </p:cNvSpPr>
          <p:nvPr>
            <p:ph type="sldNum" sz="quarter" idx="5"/>
          </p:nvPr>
        </p:nvSpPr>
        <p:spPr>
          <a:ln/>
        </p:spPr>
        <p:txBody>
          <a:bodyPr vert="horz" lIns="0" tIns="0" rIns="0" bIns="0" anchor="b" anchorCtr="0">
            <a:noAutofit/>
          </a:bodyPr>
          <a:lstStyle/>
          <a:p>
            <a:pPr lvl="0"/>
            <a:fld id="{25A090F9-E44F-41BF-AC49-AF3AAA9AA5BA}" type="slidenum">
              <a:t>21</a:t>
            </a:fld>
            <a:endParaRPr lang="en-GB"/>
          </a:p>
        </p:txBody>
      </p:sp>
      <p:sp>
        <p:nvSpPr>
          <p:cNvPr id="2" name="Slide Image Placeholder 1">
            <a:extLst>
              <a:ext uri="{FF2B5EF4-FFF2-40B4-BE49-F238E27FC236}">
                <a16:creationId xmlns:a16="http://schemas.microsoft.com/office/drawing/2014/main" id="{3E9FC50E-10E8-4F85-B4F5-7BD1DE1000F6}"/>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010F202-156E-4BE9-875C-EE06725A4764}"/>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05D1FCA-3BE3-480C-9AB3-E884BE077BDB}"/>
              </a:ext>
            </a:extLst>
          </p:cNvPr>
          <p:cNvSpPr txBox="1">
            <a:spLocks noGrp="1"/>
          </p:cNvSpPr>
          <p:nvPr>
            <p:ph type="sldNum" sz="quarter" idx="5"/>
          </p:nvPr>
        </p:nvSpPr>
        <p:spPr>
          <a:ln/>
        </p:spPr>
        <p:txBody>
          <a:bodyPr vert="horz" lIns="0" tIns="0" rIns="0" bIns="0" anchor="b" anchorCtr="0">
            <a:noAutofit/>
          </a:bodyPr>
          <a:lstStyle/>
          <a:p>
            <a:pPr lvl="0"/>
            <a:fld id="{26562BE9-CA87-405A-B8E0-AC2C54F32757}" type="slidenum">
              <a:t>22</a:t>
            </a:fld>
            <a:endParaRPr lang="en-GB"/>
          </a:p>
        </p:txBody>
      </p:sp>
      <p:sp>
        <p:nvSpPr>
          <p:cNvPr id="2" name="Slide Image Placeholder 1">
            <a:extLst>
              <a:ext uri="{FF2B5EF4-FFF2-40B4-BE49-F238E27FC236}">
                <a16:creationId xmlns:a16="http://schemas.microsoft.com/office/drawing/2014/main" id="{1047363D-DBE5-460F-B614-EF20398ECA26}"/>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224E84D-D573-4CC6-940B-1C43A1E25D6B}"/>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46B774D-1DB2-4A69-90DF-AEAD11D8C7D1}"/>
              </a:ext>
            </a:extLst>
          </p:cNvPr>
          <p:cNvSpPr txBox="1">
            <a:spLocks noGrp="1"/>
          </p:cNvSpPr>
          <p:nvPr>
            <p:ph type="sldNum" sz="quarter" idx="5"/>
          </p:nvPr>
        </p:nvSpPr>
        <p:spPr>
          <a:ln/>
        </p:spPr>
        <p:txBody>
          <a:bodyPr vert="horz" lIns="0" tIns="0" rIns="0" bIns="0" anchor="b" anchorCtr="0">
            <a:noAutofit/>
          </a:bodyPr>
          <a:lstStyle/>
          <a:p>
            <a:pPr lvl="0"/>
            <a:fld id="{137769BF-B04F-477D-9BE7-68541FF03886}" type="slidenum">
              <a:t>23</a:t>
            </a:fld>
            <a:endParaRPr lang="en-GB"/>
          </a:p>
        </p:txBody>
      </p:sp>
      <p:sp>
        <p:nvSpPr>
          <p:cNvPr id="2" name="Slide Image Placeholder 1">
            <a:extLst>
              <a:ext uri="{FF2B5EF4-FFF2-40B4-BE49-F238E27FC236}">
                <a16:creationId xmlns:a16="http://schemas.microsoft.com/office/drawing/2014/main" id="{E27492CC-4033-4EA0-8F5D-3AA754EFEAE7}"/>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027B927-64E9-462F-93DA-BEC3F7675F94}"/>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8A7911B-4544-4D21-B2F1-1C36F494A49C}"/>
              </a:ext>
            </a:extLst>
          </p:cNvPr>
          <p:cNvSpPr txBox="1">
            <a:spLocks noGrp="1"/>
          </p:cNvSpPr>
          <p:nvPr>
            <p:ph type="sldNum" sz="quarter" idx="5"/>
          </p:nvPr>
        </p:nvSpPr>
        <p:spPr>
          <a:ln/>
        </p:spPr>
        <p:txBody>
          <a:bodyPr vert="horz" lIns="0" tIns="0" rIns="0" bIns="0" anchor="b" anchorCtr="0">
            <a:noAutofit/>
          </a:bodyPr>
          <a:lstStyle/>
          <a:p>
            <a:pPr lvl="0"/>
            <a:fld id="{5AC3E2CB-6829-4397-835C-D960A00DBDCE}" type="slidenum">
              <a:t>24</a:t>
            </a:fld>
            <a:endParaRPr lang="en-GB"/>
          </a:p>
        </p:txBody>
      </p:sp>
      <p:sp>
        <p:nvSpPr>
          <p:cNvPr id="2" name="Slide Image Placeholder 1">
            <a:extLst>
              <a:ext uri="{FF2B5EF4-FFF2-40B4-BE49-F238E27FC236}">
                <a16:creationId xmlns:a16="http://schemas.microsoft.com/office/drawing/2014/main" id="{AD59B465-50F6-4D55-8406-ED37EFCC7686}"/>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AECD4EA1-D40D-4269-BF9A-1828FA1EF720}"/>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3309B88-A3B6-4353-9A0C-1F1D7462A401}"/>
              </a:ext>
            </a:extLst>
          </p:cNvPr>
          <p:cNvSpPr txBox="1">
            <a:spLocks noGrp="1"/>
          </p:cNvSpPr>
          <p:nvPr>
            <p:ph type="sldNum" sz="quarter" idx="5"/>
          </p:nvPr>
        </p:nvSpPr>
        <p:spPr>
          <a:ln/>
        </p:spPr>
        <p:txBody>
          <a:bodyPr vert="horz" lIns="0" tIns="0" rIns="0" bIns="0" anchor="b" anchorCtr="0">
            <a:noAutofit/>
          </a:bodyPr>
          <a:lstStyle/>
          <a:p>
            <a:pPr lvl="0"/>
            <a:fld id="{F4CBC983-9596-40BB-B935-F9AC9FB82234}" type="slidenum">
              <a:t>25</a:t>
            </a:fld>
            <a:endParaRPr lang="en-GB"/>
          </a:p>
        </p:txBody>
      </p:sp>
      <p:sp>
        <p:nvSpPr>
          <p:cNvPr id="2" name="Slide Image Placeholder 1">
            <a:extLst>
              <a:ext uri="{FF2B5EF4-FFF2-40B4-BE49-F238E27FC236}">
                <a16:creationId xmlns:a16="http://schemas.microsoft.com/office/drawing/2014/main" id="{493B56F3-502B-4AC2-B501-67CA04ABD27C}"/>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FC969D3-FD33-475E-9C05-2F75ADC05091}"/>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B2A3EAA-7F43-42E8-9AC0-238807630B43}"/>
              </a:ext>
            </a:extLst>
          </p:cNvPr>
          <p:cNvSpPr txBox="1">
            <a:spLocks noGrp="1"/>
          </p:cNvSpPr>
          <p:nvPr>
            <p:ph type="sldNum" sz="quarter" idx="5"/>
          </p:nvPr>
        </p:nvSpPr>
        <p:spPr>
          <a:ln/>
        </p:spPr>
        <p:txBody>
          <a:bodyPr vert="horz" lIns="0" tIns="0" rIns="0" bIns="0" anchor="b" anchorCtr="0">
            <a:noAutofit/>
          </a:bodyPr>
          <a:lstStyle/>
          <a:p>
            <a:pPr lvl="0"/>
            <a:fld id="{8B6F0ABA-CE3E-4FBD-85B6-2DB1F217A7D9}" type="slidenum">
              <a:t>26</a:t>
            </a:fld>
            <a:endParaRPr lang="en-GB"/>
          </a:p>
        </p:txBody>
      </p:sp>
      <p:sp>
        <p:nvSpPr>
          <p:cNvPr id="2" name="Slide Image Placeholder 1">
            <a:extLst>
              <a:ext uri="{FF2B5EF4-FFF2-40B4-BE49-F238E27FC236}">
                <a16:creationId xmlns:a16="http://schemas.microsoft.com/office/drawing/2014/main" id="{2D37EA61-F041-4143-983B-E91CC9AC1465}"/>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9EA1A68-62E1-4CAF-A971-49C01F2B3808}"/>
              </a:ext>
            </a:extLst>
          </p:cNvPr>
          <p:cNvSpPr txBox="1">
            <a:spLocks noGrp="1"/>
          </p:cNvSpPr>
          <p:nvPr>
            <p:ph type="body" sz="quarter" idx="1"/>
          </p:nvPr>
        </p:nvSpPr>
        <p:spPr/>
        <p:txBody>
          <a:bodyPr vert="horz"/>
          <a:lstStyle/>
          <a:p>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9170FD4-815D-431A-954E-2C7E0E6B50A6}"/>
              </a:ext>
            </a:extLst>
          </p:cNvPr>
          <p:cNvSpPr txBox="1">
            <a:spLocks noGrp="1"/>
          </p:cNvSpPr>
          <p:nvPr>
            <p:ph type="sldNum" sz="quarter" idx="5"/>
          </p:nvPr>
        </p:nvSpPr>
        <p:spPr>
          <a:ln/>
        </p:spPr>
        <p:txBody>
          <a:bodyPr vert="horz" lIns="0" tIns="0" rIns="0" bIns="0" anchor="b" anchorCtr="0">
            <a:noAutofit/>
          </a:bodyPr>
          <a:lstStyle/>
          <a:p>
            <a:pPr lvl="0"/>
            <a:fld id="{04DEA607-5309-4A97-8FAC-2D562629AD2F}" type="slidenum">
              <a:t>27</a:t>
            </a:fld>
            <a:endParaRPr lang="en-GB"/>
          </a:p>
        </p:txBody>
      </p:sp>
      <p:sp>
        <p:nvSpPr>
          <p:cNvPr id="2" name="Slide Image Placeholder 1">
            <a:extLst>
              <a:ext uri="{FF2B5EF4-FFF2-40B4-BE49-F238E27FC236}">
                <a16:creationId xmlns:a16="http://schemas.microsoft.com/office/drawing/2014/main" id="{C023ED05-2220-400D-B960-CC13D6B08481}"/>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8AFE226-C8C1-4E0E-9659-4421A14FE17D}"/>
              </a:ext>
            </a:extLst>
          </p:cNvPr>
          <p:cNvSpPr txBox="1">
            <a:spLocks noGrp="1"/>
          </p:cNvSpPr>
          <p:nvPr>
            <p:ph type="body" sz="quarter" idx="1"/>
          </p:nvPr>
        </p:nvSpPr>
        <p:spPr/>
        <p:txBody>
          <a:bodyPr vert="horz"/>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C1730-866B-444C-A2C2-7C6FCFA15866}"/>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D7EECED-7B30-4577-BD4A-6BD71D9EB35F}"/>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3312F06-FA5F-4C65-B262-6408614B6B3F}"/>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E2AA5B1E-0874-4DD7-A6BF-7F4D26047F8D}"/>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FFC75CB5-E15D-437C-A9CA-593516A1E280}"/>
              </a:ext>
            </a:extLst>
          </p:cNvPr>
          <p:cNvSpPr>
            <a:spLocks noGrp="1"/>
          </p:cNvSpPr>
          <p:nvPr>
            <p:ph type="sldNum" sz="quarter" idx="12"/>
          </p:nvPr>
        </p:nvSpPr>
        <p:spPr/>
        <p:txBody>
          <a:bodyPr/>
          <a:lstStyle/>
          <a:p>
            <a:pPr lvl="0"/>
            <a:fld id="{CF5399DB-71AC-4330-AB7D-1FEC8203C4B4}" type="slidenum">
              <a:t>‹#›</a:t>
            </a:fld>
            <a:endParaRPr lang="en-GB"/>
          </a:p>
        </p:txBody>
      </p:sp>
    </p:spTree>
    <p:extLst>
      <p:ext uri="{BB962C8B-B14F-4D97-AF65-F5344CB8AC3E}">
        <p14:creationId xmlns:p14="http://schemas.microsoft.com/office/powerpoint/2010/main" val="502264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66BE7-A3E9-4843-98AA-FB4AD67C290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0317AF2-8C51-4298-9DA2-CE1F02796C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6F7DB93-ABFE-4213-A688-3DF1830FD4D1}"/>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4C646300-90E8-4753-A183-A83BBCC440B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0A96009D-B29F-4739-A31A-E03091FADBF7}"/>
              </a:ext>
            </a:extLst>
          </p:cNvPr>
          <p:cNvSpPr>
            <a:spLocks noGrp="1"/>
          </p:cNvSpPr>
          <p:nvPr>
            <p:ph type="sldNum" sz="quarter" idx="12"/>
          </p:nvPr>
        </p:nvSpPr>
        <p:spPr/>
        <p:txBody>
          <a:bodyPr/>
          <a:lstStyle/>
          <a:p>
            <a:pPr lvl="0"/>
            <a:fld id="{19632249-DF35-4EB7-8047-CD0E7210AB3A}" type="slidenum">
              <a:t>‹#›</a:t>
            </a:fld>
            <a:endParaRPr lang="en-GB"/>
          </a:p>
        </p:txBody>
      </p:sp>
    </p:spTree>
    <p:extLst>
      <p:ext uri="{BB962C8B-B14F-4D97-AF65-F5344CB8AC3E}">
        <p14:creationId xmlns:p14="http://schemas.microsoft.com/office/powerpoint/2010/main" val="2541648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DB052-47FF-481E-BBF9-4E18DEACA145}"/>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22526C4-B95F-4B73-8283-C0927B7C4C33}"/>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23DDFC-0B31-4E14-80B5-4909D1FAA0CE}"/>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9F2AA50E-51DD-4791-8653-79F8B3D85CB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3E26E159-388C-48EC-A7EA-A1503E721F23}"/>
              </a:ext>
            </a:extLst>
          </p:cNvPr>
          <p:cNvSpPr>
            <a:spLocks noGrp="1"/>
          </p:cNvSpPr>
          <p:nvPr>
            <p:ph type="sldNum" sz="quarter" idx="12"/>
          </p:nvPr>
        </p:nvSpPr>
        <p:spPr/>
        <p:txBody>
          <a:bodyPr/>
          <a:lstStyle/>
          <a:p>
            <a:pPr lvl="0"/>
            <a:fld id="{20A943CD-CC62-45CF-A70D-8BCD0AF0BCE7}" type="slidenum">
              <a:t>‹#›</a:t>
            </a:fld>
            <a:endParaRPr lang="en-GB"/>
          </a:p>
        </p:txBody>
      </p:sp>
    </p:spTree>
    <p:extLst>
      <p:ext uri="{BB962C8B-B14F-4D97-AF65-F5344CB8AC3E}">
        <p14:creationId xmlns:p14="http://schemas.microsoft.com/office/powerpoint/2010/main" val="998799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FDF46-833F-4FC3-AABA-421789F9F35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EFE6A55-4917-426B-A4D0-2C20A2AAC894}"/>
              </a:ext>
            </a:extLst>
          </p:cNvPr>
          <p:cNvSpPr>
            <a:spLocks noGrp="1"/>
          </p:cNvSpPr>
          <p:nvPr>
            <p:ph sz="half" idx="1"/>
          </p:nvPr>
        </p:nvSpPr>
        <p:spPr>
          <a:xfrm>
            <a:off x="503238" y="2376488"/>
            <a:ext cx="4459287"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5CF148B-4813-411D-9A12-B7AEDE3C8B2D}"/>
              </a:ext>
            </a:extLst>
          </p:cNvPr>
          <p:cNvSpPr>
            <a:spLocks noGrp="1"/>
          </p:cNvSpPr>
          <p:nvPr>
            <p:ph sz="half" idx="2"/>
          </p:nvPr>
        </p:nvSpPr>
        <p:spPr>
          <a:xfrm>
            <a:off x="5114925" y="2376488"/>
            <a:ext cx="4460875"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C31D308-1DA8-4BF3-8619-82BB4F5F092B}"/>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9C157B9D-BC3A-479C-ABBE-6343DE381981}"/>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A2DEC61-8704-4243-9B5D-B476F6F40BC0}"/>
              </a:ext>
            </a:extLst>
          </p:cNvPr>
          <p:cNvSpPr>
            <a:spLocks noGrp="1"/>
          </p:cNvSpPr>
          <p:nvPr>
            <p:ph type="sldNum" sz="quarter" idx="12"/>
          </p:nvPr>
        </p:nvSpPr>
        <p:spPr/>
        <p:txBody>
          <a:bodyPr/>
          <a:lstStyle/>
          <a:p>
            <a:pPr lvl="0"/>
            <a:fld id="{322D81D0-D5EF-4D70-810D-DA1A7E1D764F}" type="slidenum">
              <a:t>‹#›</a:t>
            </a:fld>
            <a:endParaRPr lang="en-GB"/>
          </a:p>
        </p:txBody>
      </p:sp>
    </p:spTree>
    <p:extLst>
      <p:ext uri="{BB962C8B-B14F-4D97-AF65-F5344CB8AC3E}">
        <p14:creationId xmlns:p14="http://schemas.microsoft.com/office/powerpoint/2010/main" val="3599789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959E-2BB0-4C16-B8EB-77D64E0DCF3D}"/>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E9BC28-1BAD-47FF-AC59-C9FE4DEA7AAA}"/>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FEADF7-3508-4B16-9D91-3FEF397F1F58}"/>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BE157F4-A277-4D96-BF13-DFE7400C7E2D}"/>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42D581-9BB6-4D6D-BA1C-27A3DDDFD6B2}"/>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EB1BCAA-7AC8-4331-B2A7-5DFE5367FE2F}"/>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0581A124-9835-4FB6-91ED-77D8B5486022}"/>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808BA356-A118-4524-AF1A-567BFCDD6202}"/>
              </a:ext>
            </a:extLst>
          </p:cNvPr>
          <p:cNvSpPr>
            <a:spLocks noGrp="1"/>
          </p:cNvSpPr>
          <p:nvPr>
            <p:ph type="sldNum" sz="quarter" idx="12"/>
          </p:nvPr>
        </p:nvSpPr>
        <p:spPr/>
        <p:txBody>
          <a:bodyPr/>
          <a:lstStyle/>
          <a:p>
            <a:pPr lvl="0"/>
            <a:fld id="{5B356DD2-D42E-45A7-90DA-31CA356E7D45}" type="slidenum">
              <a:t>‹#›</a:t>
            </a:fld>
            <a:endParaRPr lang="en-GB"/>
          </a:p>
        </p:txBody>
      </p:sp>
    </p:spTree>
    <p:extLst>
      <p:ext uri="{BB962C8B-B14F-4D97-AF65-F5344CB8AC3E}">
        <p14:creationId xmlns:p14="http://schemas.microsoft.com/office/powerpoint/2010/main" val="414187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3D193-3768-446E-B413-E411D389525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1A64B41-E173-422C-BC51-E371524282FA}"/>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E4EFDFC8-FA42-4027-B84B-FEDB9AC1A34B}"/>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FEC0BFB0-E8C9-437D-BBAB-7B4471E09865}"/>
              </a:ext>
            </a:extLst>
          </p:cNvPr>
          <p:cNvSpPr>
            <a:spLocks noGrp="1"/>
          </p:cNvSpPr>
          <p:nvPr>
            <p:ph type="sldNum" sz="quarter" idx="12"/>
          </p:nvPr>
        </p:nvSpPr>
        <p:spPr/>
        <p:txBody>
          <a:bodyPr/>
          <a:lstStyle/>
          <a:p>
            <a:pPr lvl="0"/>
            <a:fld id="{3F688DD1-374F-4460-929F-FDF00551781E}" type="slidenum">
              <a:t>‹#›</a:t>
            </a:fld>
            <a:endParaRPr lang="en-GB"/>
          </a:p>
        </p:txBody>
      </p:sp>
    </p:spTree>
    <p:extLst>
      <p:ext uri="{BB962C8B-B14F-4D97-AF65-F5344CB8AC3E}">
        <p14:creationId xmlns:p14="http://schemas.microsoft.com/office/powerpoint/2010/main" val="2366177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CC7CE-DF0F-41BB-A2B0-A39CD87AADD8}"/>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F447329F-E6E9-4E32-8FE4-31AAB33E31F8}"/>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1C8C4E43-7071-4A74-B941-9C5EDE939759}"/>
              </a:ext>
            </a:extLst>
          </p:cNvPr>
          <p:cNvSpPr>
            <a:spLocks noGrp="1"/>
          </p:cNvSpPr>
          <p:nvPr>
            <p:ph type="sldNum" sz="quarter" idx="12"/>
          </p:nvPr>
        </p:nvSpPr>
        <p:spPr/>
        <p:txBody>
          <a:bodyPr/>
          <a:lstStyle/>
          <a:p>
            <a:pPr lvl="0"/>
            <a:fld id="{11D6ABD1-8ADF-443F-B783-228BF8A2EE61}" type="slidenum">
              <a:t>‹#›</a:t>
            </a:fld>
            <a:endParaRPr lang="en-GB"/>
          </a:p>
        </p:txBody>
      </p:sp>
    </p:spTree>
    <p:extLst>
      <p:ext uri="{BB962C8B-B14F-4D97-AF65-F5344CB8AC3E}">
        <p14:creationId xmlns:p14="http://schemas.microsoft.com/office/powerpoint/2010/main" val="341527622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5FD-491D-4193-ADA9-AF195E71BE87}"/>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D5708EA-B261-4464-8AA5-9F4BD2AA29FC}"/>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E89D7FC-6482-434E-95BF-2C125E1FCC8C}"/>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0BCA8-827B-4F96-9D2E-31DC46F4497B}"/>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1ED0FB96-4CBD-48E7-A92D-EF1A8B8E414C}"/>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1418677-E61C-4066-A353-AA5CC468580D}"/>
              </a:ext>
            </a:extLst>
          </p:cNvPr>
          <p:cNvSpPr>
            <a:spLocks noGrp="1"/>
          </p:cNvSpPr>
          <p:nvPr>
            <p:ph type="sldNum" sz="quarter" idx="12"/>
          </p:nvPr>
        </p:nvSpPr>
        <p:spPr/>
        <p:txBody>
          <a:bodyPr/>
          <a:lstStyle/>
          <a:p>
            <a:pPr lvl="0"/>
            <a:fld id="{71C7898E-0C9F-46F9-961E-DDAA465BE01A}" type="slidenum">
              <a:t>‹#›</a:t>
            </a:fld>
            <a:endParaRPr lang="en-GB"/>
          </a:p>
        </p:txBody>
      </p:sp>
    </p:spTree>
    <p:extLst>
      <p:ext uri="{BB962C8B-B14F-4D97-AF65-F5344CB8AC3E}">
        <p14:creationId xmlns:p14="http://schemas.microsoft.com/office/powerpoint/2010/main" val="464226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2EA1-0B8F-49B8-B112-FF3C85BEC804}"/>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D2777CF-F77A-423D-8687-2751F6FCF2AD}"/>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3BC9714-1E07-41B8-9088-04EB17366980}"/>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ADA2F9-89F0-4FE5-8564-6CEE4846F434}"/>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741ABB2C-8A35-44F9-84C4-87661B57DF8E}"/>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E1AC59C-E2F0-4F05-9317-07FEA6FEC79F}"/>
              </a:ext>
            </a:extLst>
          </p:cNvPr>
          <p:cNvSpPr>
            <a:spLocks noGrp="1"/>
          </p:cNvSpPr>
          <p:nvPr>
            <p:ph type="sldNum" sz="quarter" idx="12"/>
          </p:nvPr>
        </p:nvSpPr>
        <p:spPr/>
        <p:txBody>
          <a:bodyPr/>
          <a:lstStyle/>
          <a:p>
            <a:pPr lvl="0"/>
            <a:fld id="{D303C7C6-125C-4B51-9A83-125ADCDAC1D7}" type="slidenum">
              <a:t>‹#›</a:t>
            </a:fld>
            <a:endParaRPr lang="en-GB"/>
          </a:p>
        </p:txBody>
      </p:sp>
    </p:spTree>
    <p:extLst>
      <p:ext uri="{BB962C8B-B14F-4D97-AF65-F5344CB8AC3E}">
        <p14:creationId xmlns:p14="http://schemas.microsoft.com/office/powerpoint/2010/main" val="3465287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69FD5-0767-4D46-87EA-BD7FAB70540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FA8DC63-0B25-4037-9A6F-2A48F2F097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C29F0B4-BC4A-4AA8-AC79-D1A2880943BC}"/>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8B458544-728F-486B-B678-89F171F15C00}"/>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8E674853-4332-4EA3-86AA-DB036E6E4D3A}"/>
              </a:ext>
            </a:extLst>
          </p:cNvPr>
          <p:cNvSpPr>
            <a:spLocks noGrp="1"/>
          </p:cNvSpPr>
          <p:nvPr>
            <p:ph type="sldNum" sz="quarter" idx="12"/>
          </p:nvPr>
        </p:nvSpPr>
        <p:spPr/>
        <p:txBody>
          <a:bodyPr/>
          <a:lstStyle/>
          <a:p>
            <a:pPr lvl="0"/>
            <a:fld id="{1B864352-E53E-48EF-946B-B0DEA5930CEF}" type="slidenum">
              <a:t>‹#›</a:t>
            </a:fld>
            <a:endParaRPr lang="en-GB"/>
          </a:p>
        </p:txBody>
      </p:sp>
    </p:spTree>
    <p:extLst>
      <p:ext uri="{BB962C8B-B14F-4D97-AF65-F5344CB8AC3E}">
        <p14:creationId xmlns:p14="http://schemas.microsoft.com/office/powerpoint/2010/main" val="2948490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9F2D6C-2E08-4887-89E3-8A2976BB6561}"/>
              </a:ext>
            </a:extLst>
          </p:cNvPr>
          <p:cNvSpPr>
            <a:spLocks noGrp="1"/>
          </p:cNvSpPr>
          <p:nvPr>
            <p:ph type="title" orient="vert"/>
          </p:nvPr>
        </p:nvSpPr>
        <p:spPr>
          <a:xfrm>
            <a:off x="7308850" y="809625"/>
            <a:ext cx="2266950" cy="431958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C916FA1-B91E-425D-8E75-7F91B77D28BD}"/>
              </a:ext>
            </a:extLst>
          </p:cNvPr>
          <p:cNvSpPr>
            <a:spLocks noGrp="1"/>
          </p:cNvSpPr>
          <p:nvPr>
            <p:ph type="body" orient="vert" idx="1"/>
          </p:nvPr>
        </p:nvSpPr>
        <p:spPr>
          <a:xfrm>
            <a:off x="503238" y="809625"/>
            <a:ext cx="6653212" cy="4319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14FD07-3695-4B4F-B643-F711B5760D99}"/>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E400FB42-EB1D-455D-8B04-1FCA36D721EB}"/>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C308E404-14BB-4E6B-8F8E-E4E827B8697D}"/>
              </a:ext>
            </a:extLst>
          </p:cNvPr>
          <p:cNvSpPr>
            <a:spLocks noGrp="1"/>
          </p:cNvSpPr>
          <p:nvPr>
            <p:ph type="sldNum" sz="quarter" idx="12"/>
          </p:nvPr>
        </p:nvSpPr>
        <p:spPr/>
        <p:txBody>
          <a:bodyPr/>
          <a:lstStyle/>
          <a:p>
            <a:pPr lvl="0"/>
            <a:fld id="{1A026ED0-C3F2-4651-9425-AC3CD95CFBD0}" type="slidenum">
              <a:t>‹#›</a:t>
            </a:fld>
            <a:endParaRPr lang="en-GB"/>
          </a:p>
        </p:txBody>
      </p:sp>
    </p:spTree>
    <p:extLst>
      <p:ext uri="{BB962C8B-B14F-4D97-AF65-F5344CB8AC3E}">
        <p14:creationId xmlns:p14="http://schemas.microsoft.com/office/powerpoint/2010/main" val="31142427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99F2-A2C4-48DD-91C3-392D24F7FDBE}"/>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FB7E216-0064-4938-9C2D-604D976EE8E8}"/>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BFF5D72-9600-48C1-A6BD-1652488BB6C2}"/>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EBDC36FC-58BE-4117-A9F8-F2B7B5E48F35}"/>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5E62B9C3-90D0-4508-B383-ED42A6D3C8F5}"/>
              </a:ext>
            </a:extLst>
          </p:cNvPr>
          <p:cNvSpPr>
            <a:spLocks noGrp="1"/>
          </p:cNvSpPr>
          <p:nvPr>
            <p:ph type="sldNum" sz="quarter" idx="12"/>
          </p:nvPr>
        </p:nvSpPr>
        <p:spPr/>
        <p:txBody>
          <a:bodyPr/>
          <a:lstStyle/>
          <a:p>
            <a:pPr lvl="0"/>
            <a:fld id="{6C9F6AF8-D03C-4853-BADB-4A9F463D8CB2}" type="slidenum">
              <a:t>‹#›</a:t>
            </a:fld>
            <a:endParaRPr lang="en-GB"/>
          </a:p>
        </p:txBody>
      </p:sp>
    </p:spTree>
    <p:extLst>
      <p:ext uri="{BB962C8B-B14F-4D97-AF65-F5344CB8AC3E}">
        <p14:creationId xmlns:p14="http://schemas.microsoft.com/office/powerpoint/2010/main" val="25983872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F4891-A3C1-4E97-A259-64E079BFA6C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A592397-732D-4D2A-B483-38F7618CD4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6A0D029-1E1A-4464-8B15-818DA66681F3}"/>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CF307207-8660-4E58-9E22-491FA0D447C7}"/>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9036455A-1D5B-4FDB-9B40-12E0D3193FBD}"/>
              </a:ext>
            </a:extLst>
          </p:cNvPr>
          <p:cNvSpPr>
            <a:spLocks noGrp="1"/>
          </p:cNvSpPr>
          <p:nvPr>
            <p:ph type="sldNum" sz="quarter" idx="12"/>
          </p:nvPr>
        </p:nvSpPr>
        <p:spPr/>
        <p:txBody>
          <a:bodyPr/>
          <a:lstStyle/>
          <a:p>
            <a:pPr lvl="0"/>
            <a:fld id="{C0998A23-A0FB-4910-90DF-CB2A7E6D791F}" type="slidenum">
              <a:t>‹#›</a:t>
            </a:fld>
            <a:endParaRPr lang="en-GB"/>
          </a:p>
        </p:txBody>
      </p:sp>
    </p:spTree>
    <p:extLst>
      <p:ext uri="{BB962C8B-B14F-4D97-AF65-F5344CB8AC3E}">
        <p14:creationId xmlns:p14="http://schemas.microsoft.com/office/powerpoint/2010/main" val="20457591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B6E4D-01F0-46F0-A62F-8371B1FBB3FD}"/>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E181C2F-DCDC-4D03-924A-D782B96A8773}"/>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F53F97-F730-46AB-8832-D0EADE9C69CB}"/>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D3FEA66F-CECB-4755-9FA1-F4295F6FF773}"/>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B51464A0-44D2-4342-ABA2-47B640405881}"/>
              </a:ext>
            </a:extLst>
          </p:cNvPr>
          <p:cNvSpPr>
            <a:spLocks noGrp="1"/>
          </p:cNvSpPr>
          <p:nvPr>
            <p:ph type="sldNum" sz="quarter" idx="12"/>
          </p:nvPr>
        </p:nvSpPr>
        <p:spPr/>
        <p:txBody>
          <a:bodyPr/>
          <a:lstStyle/>
          <a:p>
            <a:pPr lvl="0"/>
            <a:fld id="{75777426-D02D-4733-9177-47031A1FE8E4}" type="slidenum">
              <a:t>‹#›</a:t>
            </a:fld>
            <a:endParaRPr lang="en-GB"/>
          </a:p>
        </p:txBody>
      </p:sp>
    </p:spTree>
    <p:extLst>
      <p:ext uri="{BB962C8B-B14F-4D97-AF65-F5344CB8AC3E}">
        <p14:creationId xmlns:p14="http://schemas.microsoft.com/office/powerpoint/2010/main" val="16164633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A9766-14A6-4BA0-8481-B6D16CDD38B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10608F0-3A21-4783-8A76-CA4F9B1D2068}"/>
              </a:ext>
            </a:extLst>
          </p:cNvPr>
          <p:cNvSpPr>
            <a:spLocks noGrp="1"/>
          </p:cNvSpPr>
          <p:nvPr>
            <p:ph sz="half" idx="1"/>
          </p:nvPr>
        </p:nvSpPr>
        <p:spPr>
          <a:xfrm>
            <a:off x="503238" y="1327150"/>
            <a:ext cx="4459287"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A4D010D-E462-45D3-A31C-191081FF4D56}"/>
              </a:ext>
            </a:extLst>
          </p:cNvPr>
          <p:cNvSpPr>
            <a:spLocks noGrp="1"/>
          </p:cNvSpPr>
          <p:nvPr>
            <p:ph sz="half" idx="2"/>
          </p:nvPr>
        </p:nvSpPr>
        <p:spPr>
          <a:xfrm>
            <a:off x="5114925" y="1327150"/>
            <a:ext cx="4460875"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5BDAA8E-10B8-45EF-9842-C23F7CF12A4A}"/>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55C6D4E6-1804-4FB4-8D9B-DBF7E97BBCFA}"/>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4C1F6BBE-CE0C-4516-BBC9-5D4A56F46328}"/>
              </a:ext>
            </a:extLst>
          </p:cNvPr>
          <p:cNvSpPr>
            <a:spLocks noGrp="1"/>
          </p:cNvSpPr>
          <p:nvPr>
            <p:ph type="sldNum" sz="quarter" idx="12"/>
          </p:nvPr>
        </p:nvSpPr>
        <p:spPr/>
        <p:txBody>
          <a:bodyPr/>
          <a:lstStyle/>
          <a:p>
            <a:pPr lvl="0"/>
            <a:fld id="{2718F222-6B75-42E1-BEA9-18F3A03B31DE}" type="slidenum">
              <a:t>‹#›</a:t>
            </a:fld>
            <a:endParaRPr lang="en-GB"/>
          </a:p>
        </p:txBody>
      </p:sp>
    </p:spTree>
    <p:extLst>
      <p:ext uri="{BB962C8B-B14F-4D97-AF65-F5344CB8AC3E}">
        <p14:creationId xmlns:p14="http://schemas.microsoft.com/office/powerpoint/2010/main" val="1392454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C28C5-314E-481B-98B6-0C2E7AECECE8}"/>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5F7D329-858A-4480-9DC8-1D97C50D4311}"/>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F1E6BF-77FB-450C-ADD5-0FC5E1F39D54}"/>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87D1849-FF53-471A-BB28-7083FF0323F7}"/>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8723E2-60F4-47DC-92C3-3F79B62702F4}"/>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D089670-6270-4472-99B6-16583040507F}"/>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69597331-4C07-4366-96F1-0C43AE7D5BA7}"/>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D530A876-2967-4A1E-8798-DEA60A478B46}"/>
              </a:ext>
            </a:extLst>
          </p:cNvPr>
          <p:cNvSpPr>
            <a:spLocks noGrp="1"/>
          </p:cNvSpPr>
          <p:nvPr>
            <p:ph type="sldNum" sz="quarter" idx="12"/>
          </p:nvPr>
        </p:nvSpPr>
        <p:spPr/>
        <p:txBody>
          <a:bodyPr/>
          <a:lstStyle/>
          <a:p>
            <a:pPr lvl="0"/>
            <a:fld id="{ACC4E8C9-91F7-420D-BA16-46936CD90061}" type="slidenum">
              <a:t>‹#›</a:t>
            </a:fld>
            <a:endParaRPr lang="en-GB"/>
          </a:p>
        </p:txBody>
      </p:sp>
    </p:spTree>
    <p:extLst>
      <p:ext uri="{BB962C8B-B14F-4D97-AF65-F5344CB8AC3E}">
        <p14:creationId xmlns:p14="http://schemas.microsoft.com/office/powerpoint/2010/main" val="36057273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52820-FC6A-4CDE-8E66-2A4B8585275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8447057-3AA2-46F9-85DD-499777BF6BEE}"/>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3B2852E6-0FFF-421C-A4A7-EF463D4B4247}"/>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D1967593-7691-4263-B7E5-3CB87DFAAB3E}"/>
              </a:ext>
            </a:extLst>
          </p:cNvPr>
          <p:cNvSpPr>
            <a:spLocks noGrp="1"/>
          </p:cNvSpPr>
          <p:nvPr>
            <p:ph type="sldNum" sz="quarter" idx="12"/>
          </p:nvPr>
        </p:nvSpPr>
        <p:spPr/>
        <p:txBody>
          <a:bodyPr/>
          <a:lstStyle/>
          <a:p>
            <a:pPr lvl="0"/>
            <a:fld id="{C6FD88E7-C899-48D1-AAF9-3BEBD0535872}" type="slidenum">
              <a:t>‹#›</a:t>
            </a:fld>
            <a:endParaRPr lang="en-GB"/>
          </a:p>
        </p:txBody>
      </p:sp>
    </p:spTree>
    <p:extLst>
      <p:ext uri="{BB962C8B-B14F-4D97-AF65-F5344CB8AC3E}">
        <p14:creationId xmlns:p14="http://schemas.microsoft.com/office/powerpoint/2010/main" val="328956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2413E-C42F-4BF0-86B3-9DD0564100A2}"/>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A1FEA727-86E9-45D9-B802-4DFD21A51036}"/>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B1FEA814-3D76-4FF3-8491-9AC48D43F953}"/>
              </a:ext>
            </a:extLst>
          </p:cNvPr>
          <p:cNvSpPr>
            <a:spLocks noGrp="1"/>
          </p:cNvSpPr>
          <p:nvPr>
            <p:ph type="sldNum" sz="quarter" idx="12"/>
          </p:nvPr>
        </p:nvSpPr>
        <p:spPr/>
        <p:txBody>
          <a:bodyPr/>
          <a:lstStyle/>
          <a:p>
            <a:pPr lvl="0"/>
            <a:fld id="{CB1F79E4-421B-41A4-BF0C-49C7ABE26E24}" type="slidenum">
              <a:t>‹#›</a:t>
            </a:fld>
            <a:endParaRPr lang="en-GB"/>
          </a:p>
        </p:txBody>
      </p:sp>
    </p:spTree>
    <p:extLst>
      <p:ext uri="{BB962C8B-B14F-4D97-AF65-F5344CB8AC3E}">
        <p14:creationId xmlns:p14="http://schemas.microsoft.com/office/powerpoint/2010/main" val="381025020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2FA7C-DE82-4F96-A118-862292F52F6A}"/>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B12A1A6-C788-48EA-AE90-59DACD4851EB}"/>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6568718-8B94-4BFB-AF9F-29813B019C72}"/>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DB7B4B-C447-4F63-A408-7866CE5E963B}"/>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D142FA28-7E7C-4DA5-9074-4050F01FD944}"/>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9A9B9FA7-205A-44D9-8BD0-948CB7042E6E}"/>
              </a:ext>
            </a:extLst>
          </p:cNvPr>
          <p:cNvSpPr>
            <a:spLocks noGrp="1"/>
          </p:cNvSpPr>
          <p:nvPr>
            <p:ph type="sldNum" sz="quarter" idx="12"/>
          </p:nvPr>
        </p:nvSpPr>
        <p:spPr/>
        <p:txBody>
          <a:bodyPr/>
          <a:lstStyle/>
          <a:p>
            <a:pPr lvl="0"/>
            <a:fld id="{94805B2F-B827-4D24-985B-5CB2EAB145B1}" type="slidenum">
              <a:t>‹#›</a:t>
            </a:fld>
            <a:endParaRPr lang="en-GB"/>
          </a:p>
        </p:txBody>
      </p:sp>
    </p:spTree>
    <p:extLst>
      <p:ext uri="{BB962C8B-B14F-4D97-AF65-F5344CB8AC3E}">
        <p14:creationId xmlns:p14="http://schemas.microsoft.com/office/powerpoint/2010/main" val="42267409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DC7C-C052-4547-A02B-0C642FBCE41F}"/>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FD9278A-457B-4216-88F8-25CDC81BB854}"/>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EE35DBE-B6AB-4B7D-8DC1-E22ED20B0C34}"/>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010127-C829-48FA-A3B8-7BD5B1B3E196}"/>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CCA0176C-7D58-4A14-A302-EDE69EC9244C}"/>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F24477B4-A8BA-4EA6-BEFE-F7CA0B4F766F}"/>
              </a:ext>
            </a:extLst>
          </p:cNvPr>
          <p:cNvSpPr>
            <a:spLocks noGrp="1"/>
          </p:cNvSpPr>
          <p:nvPr>
            <p:ph type="sldNum" sz="quarter" idx="12"/>
          </p:nvPr>
        </p:nvSpPr>
        <p:spPr/>
        <p:txBody>
          <a:bodyPr/>
          <a:lstStyle/>
          <a:p>
            <a:pPr lvl="0"/>
            <a:fld id="{38F5A082-7585-44C3-983A-E778529E2823}" type="slidenum">
              <a:t>‹#›</a:t>
            </a:fld>
            <a:endParaRPr lang="en-GB"/>
          </a:p>
        </p:txBody>
      </p:sp>
    </p:spTree>
    <p:extLst>
      <p:ext uri="{BB962C8B-B14F-4D97-AF65-F5344CB8AC3E}">
        <p14:creationId xmlns:p14="http://schemas.microsoft.com/office/powerpoint/2010/main" val="33679185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5E209-6DB5-4DCA-BEE7-39EA31D0C6E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5189924-7B7E-4D59-9FB9-D5B79D76F9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91BD884-C261-4808-AC74-CC0613D29195}"/>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53A03AA9-2BB5-45FB-961A-672788040026}"/>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A9E40041-F61C-4FAD-B521-678874BF4806}"/>
              </a:ext>
            </a:extLst>
          </p:cNvPr>
          <p:cNvSpPr>
            <a:spLocks noGrp="1"/>
          </p:cNvSpPr>
          <p:nvPr>
            <p:ph type="sldNum" sz="quarter" idx="12"/>
          </p:nvPr>
        </p:nvSpPr>
        <p:spPr/>
        <p:txBody>
          <a:bodyPr/>
          <a:lstStyle/>
          <a:p>
            <a:pPr lvl="0"/>
            <a:fld id="{1BB8A475-AAFD-4BE0-A319-FA88B680A9F4}" type="slidenum">
              <a:t>‹#›</a:t>
            </a:fld>
            <a:endParaRPr lang="en-GB"/>
          </a:p>
        </p:txBody>
      </p:sp>
    </p:spTree>
    <p:extLst>
      <p:ext uri="{BB962C8B-B14F-4D97-AF65-F5344CB8AC3E}">
        <p14:creationId xmlns:p14="http://schemas.microsoft.com/office/powerpoint/2010/main" val="855393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33C094-67D2-44BB-9297-B713CADD8506}"/>
              </a:ext>
            </a:extLst>
          </p:cNvPr>
          <p:cNvSpPr>
            <a:spLocks noGrp="1"/>
          </p:cNvSpPr>
          <p:nvPr>
            <p:ph type="title" orient="vert"/>
          </p:nvPr>
        </p:nvSpPr>
        <p:spPr>
          <a:xfrm>
            <a:off x="7308850" y="225425"/>
            <a:ext cx="2266950" cy="43894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DDA9BB0-DDE7-4F47-8778-B35F797A8B7E}"/>
              </a:ext>
            </a:extLst>
          </p:cNvPr>
          <p:cNvSpPr>
            <a:spLocks noGrp="1"/>
          </p:cNvSpPr>
          <p:nvPr>
            <p:ph type="body" orient="vert" idx="1"/>
          </p:nvPr>
        </p:nvSpPr>
        <p:spPr>
          <a:xfrm>
            <a:off x="503238" y="225425"/>
            <a:ext cx="6653212" cy="4389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132175-D6C7-40A4-8896-883B182284FE}"/>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0ED96381-D897-4351-82FA-C8E76FA3FE62}"/>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9FF13FD4-166A-4D7D-991B-E541CF0463FB}"/>
              </a:ext>
            </a:extLst>
          </p:cNvPr>
          <p:cNvSpPr>
            <a:spLocks noGrp="1"/>
          </p:cNvSpPr>
          <p:nvPr>
            <p:ph type="sldNum" sz="quarter" idx="12"/>
          </p:nvPr>
        </p:nvSpPr>
        <p:spPr/>
        <p:txBody>
          <a:bodyPr/>
          <a:lstStyle/>
          <a:p>
            <a:pPr lvl="0"/>
            <a:fld id="{D79E9958-DC2C-48DC-B620-0A260254226B}" type="slidenum">
              <a:t>‹#›</a:t>
            </a:fld>
            <a:endParaRPr lang="en-GB"/>
          </a:p>
        </p:txBody>
      </p:sp>
    </p:spTree>
    <p:extLst>
      <p:ext uri="{BB962C8B-B14F-4D97-AF65-F5344CB8AC3E}">
        <p14:creationId xmlns:p14="http://schemas.microsoft.com/office/powerpoint/2010/main" val="3446281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EDFAB-F866-40E7-A315-8B30C7D78726}"/>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D9AD9F0-2F02-450D-9EC2-43630A41F1D2}"/>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A586776-CB4B-47A6-9E94-FEB2B80D360A}"/>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BFD4A684-794A-4D86-BB95-2E76278ACCD2}"/>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26C3E776-2241-49CC-8603-B996747A4B75}"/>
              </a:ext>
            </a:extLst>
          </p:cNvPr>
          <p:cNvSpPr>
            <a:spLocks noGrp="1"/>
          </p:cNvSpPr>
          <p:nvPr>
            <p:ph type="sldNum" sz="quarter" idx="12"/>
          </p:nvPr>
        </p:nvSpPr>
        <p:spPr/>
        <p:txBody>
          <a:bodyPr/>
          <a:lstStyle/>
          <a:p>
            <a:pPr lvl="0"/>
            <a:fld id="{0BD294DF-2409-4E60-8AFA-1B08E0738BD5}" type="slidenum">
              <a:t>‹#›</a:t>
            </a:fld>
            <a:endParaRPr lang="en-GB"/>
          </a:p>
        </p:txBody>
      </p:sp>
    </p:spTree>
    <p:extLst>
      <p:ext uri="{BB962C8B-B14F-4D97-AF65-F5344CB8AC3E}">
        <p14:creationId xmlns:p14="http://schemas.microsoft.com/office/powerpoint/2010/main" val="10732219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A9194-1760-4BD4-B660-DDDDBE1CC9C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D2992B5-6E51-4E1E-8C5A-DFD69E874D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9F8AB65-2EBD-4167-8994-2EC0DF9AF8F3}"/>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F36B5ED8-4D79-45FC-A0CD-2C2CE11D989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ECCB9DB4-28CF-4251-ABE1-A863023A4F12}"/>
              </a:ext>
            </a:extLst>
          </p:cNvPr>
          <p:cNvSpPr>
            <a:spLocks noGrp="1"/>
          </p:cNvSpPr>
          <p:nvPr>
            <p:ph type="sldNum" sz="quarter" idx="12"/>
          </p:nvPr>
        </p:nvSpPr>
        <p:spPr/>
        <p:txBody>
          <a:bodyPr/>
          <a:lstStyle/>
          <a:p>
            <a:pPr lvl="0"/>
            <a:fld id="{66536284-1A34-46E9-A18F-1AECD837FF8E}" type="slidenum">
              <a:t>‹#›</a:t>
            </a:fld>
            <a:endParaRPr lang="en-GB"/>
          </a:p>
        </p:txBody>
      </p:sp>
    </p:spTree>
    <p:extLst>
      <p:ext uri="{BB962C8B-B14F-4D97-AF65-F5344CB8AC3E}">
        <p14:creationId xmlns:p14="http://schemas.microsoft.com/office/powerpoint/2010/main" val="17616079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7ECDF-4E3D-4E58-99A1-344C87D8D332}"/>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BB8DEF7-5CFE-478B-B640-BDFBF3D6A260}"/>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87949-3214-4A97-A4FB-158803526EA7}"/>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14C7E9ED-609F-45EB-8271-3A7DAFCB690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46CB9A6A-4368-42AD-9B7F-6F771B80CAF4}"/>
              </a:ext>
            </a:extLst>
          </p:cNvPr>
          <p:cNvSpPr>
            <a:spLocks noGrp="1"/>
          </p:cNvSpPr>
          <p:nvPr>
            <p:ph type="sldNum" sz="quarter" idx="12"/>
          </p:nvPr>
        </p:nvSpPr>
        <p:spPr/>
        <p:txBody>
          <a:bodyPr/>
          <a:lstStyle/>
          <a:p>
            <a:pPr lvl="0"/>
            <a:fld id="{9525C62C-AD87-4645-BC06-6ECD05FC10ED}" type="slidenum">
              <a:t>‹#›</a:t>
            </a:fld>
            <a:endParaRPr lang="en-GB"/>
          </a:p>
        </p:txBody>
      </p:sp>
    </p:spTree>
    <p:extLst>
      <p:ext uri="{BB962C8B-B14F-4D97-AF65-F5344CB8AC3E}">
        <p14:creationId xmlns:p14="http://schemas.microsoft.com/office/powerpoint/2010/main" val="8163071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90295-79D3-4955-B851-29CBCB6D545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95B7E97-588D-49AA-B720-A58AB35FBCE2}"/>
              </a:ext>
            </a:extLst>
          </p:cNvPr>
          <p:cNvSpPr>
            <a:spLocks noGrp="1"/>
          </p:cNvSpPr>
          <p:nvPr>
            <p:ph sz="half" idx="1"/>
          </p:nvPr>
        </p:nvSpPr>
        <p:spPr>
          <a:xfrm>
            <a:off x="503238" y="2376488"/>
            <a:ext cx="4459287"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AA0F3EA-0163-4B13-B0C3-34A2BAB87C21}"/>
              </a:ext>
            </a:extLst>
          </p:cNvPr>
          <p:cNvSpPr>
            <a:spLocks noGrp="1"/>
          </p:cNvSpPr>
          <p:nvPr>
            <p:ph sz="half" idx="2"/>
          </p:nvPr>
        </p:nvSpPr>
        <p:spPr>
          <a:xfrm>
            <a:off x="5114925" y="2376488"/>
            <a:ext cx="4460875" cy="2752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1765934-284B-4494-AF71-251584FA306D}"/>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FA45874B-91F4-4604-B90F-4605B655999C}"/>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E66BDEA8-AA61-47EF-8670-9D8660A9C34E}"/>
              </a:ext>
            </a:extLst>
          </p:cNvPr>
          <p:cNvSpPr>
            <a:spLocks noGrp="1"/>
          </p:cNvSpPr>
          <p:nvPr>
            <p:ph type="sldNum" sz="quarter" idx="12"/>
          </p:nvPr>
        </p:nvSpPr>
        <p:spPr/>
        <p:txBody>
          <a:bodyPr/>
          <a:lstStyle/>
          <a:p>
            <a:pPr lvl="0"/>
            <a:fld id="{667441F0-24D7-4C86-899B-6E747EA44CCE}" type="slidenum">
              <a:t>‹#›</a:t>
            </a:fld>
            <a:endParaRPr lang="en-GB"/>
          </a:p>
        </p:txBody>
      </p:sp>
    </p:spTree>
    <p:extLst>
      <p:ext uri="{BB962C8B-B14F-4D97-AF65-F5344CB8AC3E}">
        <p14:creationId xmlns:p14="http://schemas.microsoft.com/office/powerpoint/2010/main" val="39344796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6FF8D-9B50-4B7F-89A7-C0E1F6695D81}"/>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A57B72A-BFEE-4C94-9FAD-0E9CFBD0B2F3}"/>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CA2263-9E8C-4463-A5F4-6DFE12345B36}"/>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15554C4-DF81-4C77-9756-11864E2AA50C}"/>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EF376B-5E23-49CE-9B56-F418B165AA70}"/>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7B5829F-239D-45D5-A7A2-F3618710B50E}"/>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A42098C6-D291-410E-8801-43F39BB46FAE}"/>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CE2F5276-1A07-40AD-9921-F64AECA52933}"/>
              </a:ext>
            </a:extLst>
          </p:cNvPr>
          <p:cNvSpPr>
            <a:spLocks noGrp="1"/>
          </p:cNvSpPr>
          <p:nvPr>
            <p:ph type="sldNum" sz="quarter" idx="12"/>
          </p:nvPr>
        </p:nvSpPr>
        <p:spPr/>
        <p:txBody>
          <a:bodyPr/>
          <a:lstStyle/>
          <a:p>
            <a:pPr lvl="0"/>
            <a:fld id="{D7FB6CDD-C4EA-4E2F-AAA4-6590CD70252B}" type="slidenum">
              <a:t>‹#›</a:t>
            </a:fld>
            <a:endParaRPr lang="en-GB"/>
          </a:p>
        </p:txBody>
      </p:sp>
    </p:spTree>
    <p:extLst>
      <p:ext uri="{BB962C8B-B14F-4D97-AF65-F5344CB8AC3E}">
        <p14:creationId xmlns:p14="http://schemas.microsoft.com/office/powerpoint/2010/main" val="6527766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9FC48-AA18-4783-A5A4-9FF8140549B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A673269-64B1-4F92-8F6B-943B0B816CF2}"/>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EF31AC2B-1349-4227-A9C9-823C66763AAE}"/>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C8289D49-3FE1-4CE1-9885-48165FA0BB48}"/>
              </a:ext>
            </a:extLst>
          </p:cNvPr>
          <p:cNvSpPr>
            <a:spLocks noGrp="1"/>
          </p:cNvSpPr>
          <p:nvPr>
            <p:ph type="sldNum" sz="quarter" idx="12"/>
          </p:nvPr>
        </p:nvSpPr>
        <p:spPr/>
        <p:txBody>
          <a:bodyPr/>
          <a:lstStyle/>
          <a:p>
            <a:pPr lvl="0"/>
            <a:fld id="{1318D86F-3F63-4C68-A818-27C151FF827B}" type="slidenum">
              <a:t>‹#›</a:t>
            </a:fld>
            <a:endParaRPr lang="en-GB"/>
          </a:p>
        </p:txBody>
      </p:sp>
    </p:spTree>
    <p:extLst>
      <p:ext uri="{BB962C8B-B14F-4D97-AF65-F5344CB8AC3E}">
        <p14:creationId xmlns:p14="http://schemas.microsoft.com/office/powerpoint/2010/main" val="14565432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E6B94E-9476-4A9F-98C4-C00642E29472}"/>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8E07A5A5-1E48-445D-9598-25F1116D14B6}"/>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361AE2DA-10E2-459A-B1EF-C3BE1D5824E8}"/>
              </a:ext>
            </a:extLst>
          </p:cNvPr>
          <p:cNvSpPr>
            <a:spLocks noGrp="1"/>
          </p:cNvSpPr>
          <p:nvPr>
            <p:ph type="sldNum" sz="quarter" idx="12"/>
          </p:nvPr>
        </p:nvSpPr>
        <p:spPr/>
        <p:txBody>
          <a:bodyPr/>
          <a:lstStyle/>
          <a:p>
            <a:pPr lvl="0"/>
            <a:fld id="{7BB88235-19F5-4191-9ACF-10DF0E675ECF}" type="slidenum">
              <a:t>‹#›</a:t>
            </a:fld>
            <a:endParaRPr lang="en-GB"/>
          </a:p>
        </p:txBody>
      </p:sp>
    </p:spTree>
    <p:extLst>
      <p:ext uri="{BB962C8B-B14F-4D97-AF65-F5344CB8AC3E}">
        <p14:creationId xmlns:p14="http://schemas.microsoft.com/office/powerpoint/2010/main" val="10768828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4E246-9E4B-4DF5-8C34-6E12635E528D}"/>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716C0A4-14C9-4508-ABC9-716C925D37FB}"/>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612C097-3D01-4A74-9011-F9AA8673D65B}"/>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ED8A5-191C-4307-B107-6114F6A1976C}"/>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B2DFB7FC-4D1D-411D-B2BB-083AA7F8D301}"/>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BB613E05-A34C-441B-802C-31D90C9BDD00}"/>
              </a:ext>
            </a:extLst>
          </p:cNvPr>
          <p:cNvSpPr>
            <a:spLocks noGrp="1"/>
          </p:cNvSpPr>
          <p:nvPr>
            <p:ph type="sldNum" sz="quarter" idx="12"/>
          </p:nvPr>
        </p:nvSpPr>
        <p:spPr/>
        <p:txBody>
          <a:bodyPr/>
          <a:lstStyle/>
          <a:p>
            <a:pPr lvl="0"/>
            <a:fld id="{13DCCCB2-4036-425A-BC90-317BAAC3DAAF}" type="slidenum">
              <a:t>‹#›</a:t>
            </a:fld>
            <a:endParaRPr lang="en-GB"/>
          </a:p>
        </p:txBody>
      </p:sp>
    </p:spTree>
    <p:extLst>
      <p:ext uri="{BB962C8B-B14F-4D97-AF65-F5344CB8AC3E}">
        <p14:creationId xmlns:p14="http://schemas.microsoft.com/office/powerpoint/2010/main" val="39254126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345C0-BA03-4DD6-AD28-57B9C200CA9F}"/>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C0EA72F-19E9-4D05-98A0-734FA069EC6A}"/>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F517C6-D268-49A8-B5E6-51E76FD221F8}"/>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0F3B1C-853A-4A42-B382-77A3902536E1}"/>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5251CCFA-3C0E-44E6-8B8A-D16FD9B6B1EC}"/>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22171364-E56B-41AB-A940-ADA4BC43CFD6}"/>
              </a:ext>
            </a:extLst>
          </p:cNvPr>
          <p:cNvSpPr>
            <a:spLocks noGrp="1"/>
          </p:cNvSpPr>
          <p:nvPr>
            <p:ph type="sldNum" sz="quarter" idx="12"/>
          </p:nvPr>
        </p:nvSpPr>
        <p:spPr/>
        <p:txBody>
          <a:bodyPr/>
          <a:lstStyle/>
          <a:p>
            <a:pPr lvl="0"/>
            <a:fld id="{6B8DE7C5-2FFB-48A4-B5C0-6DF78310431B}" type="slidenum">
              <a:t>‹#›</a:t>
            </a:fld>
            <a:endParaRPr lang="en-GB"/>
          </a:p>
        </p:txBody>
      </p:sp>
    </p:spTree>
    <p:extLst>
      <p:ext uri="{BB962C8B-B14F-4D97-AF65-F5344CB8AC3E}">
        <p14:creationId xmlns:p14="http://schemas.microsoft.com/office/powerpoint/2010/main" val="23899830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4A80D-9449-408E-956B-4B67FC80364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4AC7925-7D77-498E-A6E8-40DCB6E186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8D0ACD0-0307-4977-B80B-E2308F2F969D}"/>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6AA69317-F673-461C-9D15-1E3554737DB2}"/>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1691F4A4-75C3-41E2-B13F-F65EA805223E}"/>
              </a:ext>
            </a:extLst>
          </p:cNvPr>
          <p:cNvSpPr>
            <a:spLocks noGrp="1"/>
          </p:cNvSpPr>
          <p:nvPr>
            <p:ph type="sldNum" sz="quarter" idx="12"/>
          </p:nvPr>
        </p:nvSpPr>
        <p:spPr/>
        <p:txBody>
          <a:bodyPr/>
          <a:lstStyle/>
          <a:p>
            <a:pPr lvl="0"/>
            <a:fld id="{796A3EA8-8324-4DB7-BC25-FAD1A09ED995}" type="slidenum">
              <a:t>‹#›</a:t>
            </a:fld>
            <a:endParaRPr lang="en-GB"/>
          </a:p>
        </p:txBody>
      </p:sp>
    </p:spTree>
    <p:extLst>
      <p:ext uri="{BB962C8B-B14F-4D97-AF65-F5344CB8AC3E}">
        <p14:creationId xmlns:p14="http://schemas.microsoft.com/office/powerpoint/2010/main" val="6565437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F6B641-89A0-4196-ABC7-BBBA55A7D21F}"/>
              </a:ext>
            </a:extLst>
          </p:cNvPr>
          <p:cNvSpPr>
            <a:spLocks noGrp="1"/>
          </p:cNvSpPr>
          <p:nvPr>
            <p:ph type="title" orient="vert"/>
          </p:nvPr>
        </p:nvSpPr>
        <p:spPr>
          <a:xfrm>
            <a:off x="7308850" y="809625"/>
            <a:ext cx="2266950" cy="431958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893C4A8-5915-4EFD-95CD-9F9170295B2E}"/>
              </a:ext>
            </a:extLst>
          </p:cNvPr>
          <p:cNvSpPr>
            <a:spLocks noGrp="1"/>
          </p:cNvSpPr>
          <p:nvPr>
            <p:ph type="body" orient="vert" idx="1"/>
          </p:nvPr>
        </p:nvSpPr>
        <p:spPr>
          <a:xfrm>
            <a:off x="503238" y="809625"/>
            <a:ext cx="6653212" cy="4319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8592CC-9E03-43E8-87D0-8B1B75A4EEA8}"/>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827A1DB1-FE86-4622-96EF-1BA724196588}"/>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48AA47B3-169A-4411-AA0E-EC5B3F2D8532}"/>
              </a:ext>
            </a:extLst>
          </p:cNvPr>
          <p:cNvSpPr>
            <a:spLocks noGrp="1"/>
          </p:cNvSpPr>
          <p:nvPr>
            <p:ph type="sldNum" sz="quarter" idx="12"/>
          </p:nvPr>
        </p:nvSpPr>
        <p:spPr/>
        <p:txBody>
          <a:bodyPr/>
          <a:lstStyle/>
          <a:p>
            <a:pPr lvl="0"/>
            <a:fld id="{F0BB183C-6AE6-4AA0-B11A-FC24E84D8DF3}" type="slidenum">
              <a:t>‹#›</a:t>
            </a:fld>
            <a:endParaRPr lang="en-GB"/>
          </a:p>
        </p:txBody>
      </p:sp>
    </p:spTree>
    <p:extLst>
      <p:ext uri="{BB962C8B-B14F-4D97-AF65-F5344CB8AC3E}">
        <p14:creationId xmlns:p14="http://schemas.microsoft.com/office/powerpoint/2010/main" val="18734714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E8D56-7349-4AFC-8E5B-663C89C794F6}"/>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7BAA3C2-8A0B-4E94-B4C7-55D50CE81DEE}"/>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4DBF28C-BD27-4655-8187-DB1F598460EB}"/>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63BCFA8D-16BC-44C3-A187-40FFCE997F6A}"/>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42ABA2AF-78AF-433C-9A09-1885F06000F2}"/>
              </a:ext>
            </a:extLst>
          </p:cNvPr>
          <p:cNvSpPr>
            <a:spLocks noGrp="1"/>
          </p:cNvSpPr>
          <p:nvPr>
            <p:ph type="sldNum" sz="quarter" idx="12"/>
          </p:nvPr>
        </p:nvSpPr>
        <p:spPr/>
        <p:txBody>
          <a:bodyPr/>
          <a:lstStyle/>
          <a:p>
            <a:pPr lvl="0"/>
            <a:fld id="{58812013-CFE6-4063-BDD9-DE558E7B0E51}" type="slidenum">
              <a:t>‹#›</a:t>
            </a:fld>
            <a:endParaRPr lang="en-GB"/>
          </a:p>
        </p:txBody>
      </p:sp>
    </p:spTree>
    <p:extLst>
      <p:ext uri="{BB962C8B-B14F-4D97-AF65-F5344CB8AC3E}">
        <p14:creationId xmlns:p14="http://schemas.microsoft.com/office/powerpoint/2010/main" val="245201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6A89F-A4C2-43EB-AA72-607751CF78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E17B37D-DEE3-4D61-B17E-14C7936259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855653-240D-4264-8606-6E91D71DD7D6}"/>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4A70018A-3F5D-49AC-B615-63077076583B}"/>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1D8562C7-3A01-4096-8A81-3F2371B216B7}"/>
              </a:ext>
            </a:extLst>
          </p:cNvPr>
          <p:cNvSpPr>
            <a:spLocks noGrp="1"/>
          </p:cNvSpPr>
          <p:nvPr>
            <p:ph type="sldNum" sz="quarter" idx="12"/>
          </p:nvPr>
        </p:nvSpPr>
        <p:spPr/>
        <p:txBody>
          <a:bodyPr/>
          <a:lstStyle/>
          <a:p>
            <a:pPr lvl="0"/>
            <a:fld id="{BCA277B5-994A-4A32-9242-3458DDB88E2E}" type="slidenum">
              <a:t>‹#›</a:t>
            </a:fld>
            <a:endParaRPr lang="en-GB"/>
          </a:p>
        </p:txBody>
      </p:sp>
    </p:spTree>
    <p:extLst>
      <p:ext uri="{BB962C8B-B14F-4D97-AF65-F5344CB8AC3E}">
        <p14:creationId xmlns:p14="http://schemas.microsoft.com/office/powerpoint/2010/main" val="14403754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296B7-7A08-4550-BC6D-5DFC17D810F1}"/>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0E8F272-4862-4154-B2AA-327C01F17AA3}"/>
              </a:ext>
            </a:extLst>
          </p:cNvPr>
          <p:cNvSpPr>
            <a:spLocks noGrp="1"/>
          </p:cNvSpPr>
          <p:nvPr>
            <p:ph type="body" idx="1"/>
          </p:nvPr>
        </p:nvSpPr>
        <p:spPr>
          <a:xfrm>
            <a:off x="687388" y="3794125"/>
            <a:ext cx="8694737" cy="12414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AA83DF-0885-4893-936F-51EC9E556637}"/>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2B1FEC14-A5F2-4569-83BA-EC0D7E8C0169}"/>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DF1FDAE5-C23E-4020-912B-B62B3149535C}"/>
              </a:ext>
            </a:extLst>
          </p:cNvPr>
          <p:cNvSpPr>
            <a:spLocks noGrp="1"/>
          </p:cNvSpPr>
          <p:nvPr>
            <p:ph type="sldNum" sz="quarter" idx="12"/>
          </p:nvPr>
        </p:nvSpPr>
        <p:spPr/>
        <p:txBody>
          <a:bodyPr/>
          <a:lstStyle/>
          <a:p>
            <a:pPr lvl="0"/>
            <a:fld id="{6D4EBB8A-4A9D-4176-93F9-549B0B243AF2}" type="slidenum">
              <a:t>‹#›</a:t>
            </a:fld>
            <a:endParaRPr lang="en-GB"/>
          </a:p>
        </p:txBody>
      </p:sp>
    </p:spTree>
    <p:extLst>
      <p:ext uri="{BB962C8B-B14F-4D97-AF65-F5344CB8AC3E}">
        <p14:creationId xmlns:p14="http://schemas.microsoft.com/office/powerpoint/2010/main" val="3504776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CDFFB-19C1-41BF-8269-59873A5185F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0A50182-E60C-45E2-85C5-144577D1969C}"/>
              </a:ext>
            </a:extLst>
          </p:cNvPr>
          <p:cNvSpPr>
            <a:spLocks noGrp="1"/>
          </p:cNvSpPr>
          <p:nvPr>
            <p:ph sz="half" idx="1"/>
          </p:nvPr>
        </p:nvSpPr>
        <p:spPr>
          <a:xfrm>
            <a:off x="503238" y="1327150"/>
            <a:ext cx="4459287"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BBD3015-5255-4423-B9E4-6E0D5DEDD7CD}"/>
              </a:ext>
            </a:extLst>
          </p:cNvPr>
          <p:cNvSpPr>
            <a:spLocks noGrp="1"/>
          </p:cNvSpPr>
          <p:nvPr>
            <p:ph sz="half" idx="2"/>
          </p:nvPr>
        </p:nvSpPr>
        <p:spPr>
          <a:xfrm>
            <a:off x="5114925" y="1327150"/>
            <a:ext cx="4460875"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8D8A7DB-D073-40A6-BB67-CE80FE563A25}"/>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C916C69F-A570-4CA3-9C41-9D0575FA531B}"/>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D8FE1922-40EE-45F4-938C-48D6F48E33DA}"/>
              </a:ext>
            </a:extLst>
          </p:cNvPr>
          <p:cNvSpPr>
            <a:spLocks noGrp="1"/>
          </p:cNvSpPr>
          <p:nvPr>
            <p:ph type="sldNum" sz="quarter" idx="12"/>
          </p:nvPr>
        </p:nvSpPr>
        <p:spPr/>
        <p:txBody>
          <a:bodyPr/>
          <a:lstStyle/>
          <a:p>
            <a:pPr lvl="0"/>
            <a:fld id="{15227EC1-8A5E-4311-9DE7-FFAA21D07CCA}" type="slidenum">
              <a:t>‹#›</a:t>
            </a:fld>
            <a:endParaRPr lang="en-GB"/>
          </a:p>
        </p:txBody>
      </p:sp>
    </p:spTree>
    <p:extLst>
      <p:ext uri="{BB962C8B-B14F-4D97-AF65-F5344CB8AC3E}">
        <p14:creationId xmlns:p14="http://schemas.microsoft.com/office/powerpoint/2010/main" val="19095939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C9D6-4038-451B-A6B4-58BC73307FDF}"/>
              </a:ext>
            </a:extLst>
          </p:cNvPr>
          <p:cNvSpPr>
            <a:spLocks noGrp="1"/>
          </p:cNvSpPr>
          <p:nvPr>
            <p:ph type="title"/>
          </p:nvPr>
        </p:nvSpPr>
        <p:spPr>
          <a:xfrm>
            <a:off x="693738" y="301625"/>
            <a:ext cx="8694737" cy="10969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18883CC-0B71-4CBB-8BE4-437D4FBE0A8B}"/>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469FBD-8EC4-4993-B059-C7578982F6F5}"/>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F5F8493-7DB4-4E7A-BC21-A4E392FD088A}"/>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999007-C609-4F6B-B589-9DB823406B9F}"/>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7DD3CF8-8680-45D0-9282-CC6EDFE39AB5}"/>
              </a:ext>
            </a:extLst>
          </p:cNvPr>
          <p:cNvSpPr>
            <a:spLocks noGrp="1"/>
          </p:cNvSpPr>
          <p:nvPr>
            <p:ph type="dt" sz="half" idx="10"/>
          </p:nvPr>
        </p:nvSpPr>
        <p:spPr/>
        <p:txBody>
          <a:bodyPr/>
          <a:lstStyle/>
          <a:p>
            <a:pPr lvl="0"/>
            <a:endParaRPr lang="en-GB"/>
          </a:p>
        </p:txBody>
      </p:sp>
      <p:sp>
        <p:nvSpPr>
          <p:cNvPr id="8" name="Footer Placeholder 7">
            <a:extLst>
              <a:ext uri="{FF2B5EF4-FFF2-40B4-BE49-F238E27FC236}">
                <a16:creationId xmlns:a16="http://schemas.microsoft.com/office/drawing/2014/main" id="{120342D7-5078-420B-BD66-BE790714AE99}"/>
              </a:ext>
            </a:extLst>
          </p:cNvPr>
          <p:cNvSpPr>
            <a:spLocks noGrp="1"/>
          </p:cNvSpPr>
          <p:nvPr>
            <p:ph type="ftr" sz="quarter" idx="11"/>
          </p:nvPr>
        </p:nvSpPr>
        <p:spPr/>
        <p:txBody>
          <a:bodyPr/>
          <a:lstStyle/>
          <a:p>
            <a:pPr lvl="0"/>
            <a:endParaRPr lang="en-GB"/>
          </a:p>
        </p:txBody>
      </p:sp>
      <p:sp>
        <p:nvSpPr>
          <p:cNvPr id="9" name="Slide Number Placeholder 8">
            <a:extLst>
              <a:ext uri="{FF2B5EF4-FFF2-40B4-BE49-F238E27FC236}">
                <a16:creationId xmlns:a16="http://schemas.microsoft.com/office/drawing/2014/main" id="{AB73CE58-CFF2-4B07-AF1B-600845B1D3A2}"/>
              </a:ext>
            </a:extLst>
          </p:cNvPr>
          <p:cNvSpPr>
            <a:spLocks noGrp="1"/>
          </p:cNvSpPr>
          <p:nvPr>
            <p:ph type="sldNum" sz="quarter" idx="12"/>
          </p:nvPr>
        </p:nvSpPr>
        <p:spPr/>
        <p:txBody>
          <a:bodyPr/>
          <a:lstStyle/>
          <a:p>
            <a:pPr lvl="0"/>
            <a:fld id="{5285FDE6-74B9-4F96-8442-9ED9BE9C71D2}" type="slidenum">
              <a:t>‹#›</a:t>
            </a:fld>
            <a:endParaRPr lang="en-GB"/>
          </a:p>
        </p:txBody>
      </p:sp>
    </p:spTree>
    <p:extLst>
      <p:ext uri="{BB962C8B-B14F-4D97-AF65-F5344CB8AC3E}">
        <p14:creationId xmlns:p14="http://schemas.microsoft.com/office/powerpoint/2010/main" val="19635433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DC15A-49B0-4B75-9EFC-D9B0C7B9538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936FD39-EF82-4D42-90D9-7750B368B166}"/>
              </a:ext>
            </a:extLst>
          </p:cNvPr>
          <p:cNvSpPr>
            <a:spLocks noGrp="1"/>
          </p:cNvSpPr>
          <p:nvPr>
            <p:ph type="dt" sz="half" idx="10"/>
          </p:nvPr>
        </p:nvSpPr>
        <p:spPr/>
        <p:txBody>
          <a:bodyPr/>
          <a:lstStyle/>
          <a:p>
            <a:pPr lvl="0"/>
            <a:endParaRPr lang="en-GB"/>
          </a:p>
        </p:txBody>
      </p:sp>
      <p:sp>
        <p:nvSpPr>
          <p:cNvPr id="4" name="Footer Placeholder 3">
            <a:extLst>
              <a:ext uri="{FF2B5EF4-FFF2-40B4-BE49-F238E27FC236}">
                <a16:creationId xmlns:a16="http://schemas.microsoft.com/office/drawing/2014/main" id="{62E998E0-6601-40C2-8DE4-A5E38BB5053B}"/>
              </a:ext>
            </a:extLst>
          </p:cNvPr>
          <p:cNvSpPr>
            <a:spLocks noGrp="1"/>
          </p:cNvSpPr>
          <p:nvPr>
            <p:ph type="ftr" sz="quarter" idx="11"/>
          </p:nvPr>
        </p:nvSpPr>
        <p:spPr/>
        <p:txBody>
          <a:bodyPr/>
          <a:lstStyle/>
          <a:p>
            <a:pPr lvl="0"/>
            <a:endParaRPr lang="en-GB"/>
          </a:p>
        </p:txBody>
      </p:sp>
      <p:sp>
        <p:nvSpPr>
          <p:cNvPr id="5" name="Slide Number Placeholder 4">
            <a:extLst>
              <a:ext uri="{FF2B5EF4-FFF2-40B4-BE49-F238E27FC236}">
                <a16:creationId xmlns:a16="http://schemas.microsoft.com/office/drawing/2014/main" id="{F7D1962D-B7A0-4487-B71B-D7E0CF4471B5}"/>
              </a:ext>
            </a:extLst>
          </p:cNvPr>
          <p:cNvSpPr>
            <a:spLocks noGrp="1"/>
          </p:cNvSpPr>
          <p:nvPr>
            <p:ph type="sldNum" sz="quarter" idx="12"/>
          </p:nvPr>
        </p:nvSpPr>
        <p:spPr/>
        <p:txBody>
          <a:bodyPr/>
          <a:lstStyle/>
          <a:p>
            <a:pPr lvl="0"/>
            <a:fld id="{7BF05B3A-0E63-437B-AF7C-4A4AEF5D6A2A}" type="slidenum">
              <a:t>‹#›</a:t>
            </a:fld>
            <a:endParaRPr lang="en-GB"/>
          </a:p>
        </p:txBody>
      </p:sp>
    </p:spTree>
    <p:extLst>
      <p:ext uri="{BB962C8B-B14F-4D97-AF65-F5344CB8AC3E}">
        <p14:creationId xmlns:p14="http://schemas.microsoft.com/office/powerpoint/2010/main" val="5733386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05928-E086-42F3-9A42-E31CF9B0D8F6}"/>
              </a:ext>
            </a:extLst>
          </p:cNvPr>
          <p:cNvSpPr>
            <a:spLocks noGrp="1"/>
          </p:cNvSpPr>
          <p:nvPr>
            <p:ph type="dt" sz="half" idx="10"/>
          </p:nvPr>
        </p:nvSpPr>
        <p:spPr/>
        <p:txBody>
          <a:bodyPr/>
          <a:lstStyle/>
          <a:p>
            <a:pPr lvl="0"/>
            <a:endParaRPr lang="en-GB"/>
          </a:p>
        </p:txBody>
      </p:sp>
      <p:sp>
        <p:nvSpPr>
          <p:cNvPr id="3" name="Footer Placeholder 2">
            <a:extLst>
              <a:ext uri="{FF2B5EF4-FFF2-40B4-BE49-F238E27FC236}">
                <a16:creationId xmlns:a16="http://schemas.microsoft.com/office/drawing/2014/main" id="{5FB0C9F7-D2B6-4BC5-8536-2644D0F6FEF6}"/>
              </a:ext>
            </a:extLst>
          </p:cNvPr>
          <p:cNvSpPr>
            <a:spLocks noGrp="1"/>
          </p:cNvSpPr>
          <p:nvPr>
            <p:ph type="ftr" sz="quarter" idx="11"/>
          </p:nvPr>
        </p:nvSpPr>
        <p:spPr/>
        <p:txBody>
          <a:bodyPr/>
          <a:lstStyle/>
          <a:p>
            <a:pPr lvl="0"/>
            <a:endParaRPr lang="en-GB"/>
          </a:p>
        </p:txBody>
      </p:sp>
      <p:sp>
        <p:nvSpPr>
          <p:cNvPr id="4" name="Slide Number Placeholder 3">
            <a:extLst>
              <a:ext uri="{FF2B5EF4-FFF2-40B4-BE49-F238E27FC236}">
                <a16:creationId xmlns:a16="http://schemas.microsoft.com/office/drawing/2014/main" id="{602A1DD3-72A4-476C-ADCF-DBBED55EE332}"/>
              </a:ext>
            </a:extLst>
          </p:cNvPr>
          <p:cNvSpPr>
            <a:spLocks noGrp="1"/>
          </p:cNvSpPr>
          <p:nvPr>
            <p:ph type="sldNum" sz="quarter" idx="12"/>
          </p:nvPr>
        </p:nvSpPr>
        <p:spPr/>
        <p:txBody>
          <a:bodyPr/>
          <a:lstStyle/>
          <a:p>
            <a:pPr lvl="0"/>
            <a:fld id="{8237AA64-0699-4676-B072-D6928C5547AE}" type="slidenum">
              <a:t>‹#›</a:t>
            </a:fld>
            <a:endParaRPr lang="en-GB"/>
          </a:p>
        </p:txBody>
      </p:sp>
    </p:spTree>
    <p:extLst>
      <p:ext uri="{BB962C8B-B14F-4D97-AF65-F5344CB8AC3E}">
        <p14:creationId xmlns:p14="http://schemas.microsoft.com/office/powerpoint/2010/main" val="792830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AF5C6-3C00-41C9-8547-DBEDEEF48A7B}"/>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A610C0D-C96D-489D-895A-EADB2F509338}"/>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10B93AF-1C19-420D-8B2D-2B110446CA31}"/>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113F36-91EA-416D-81B2-C2F7BE17E207}"/>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731CE13B-A5C0-4C64-BFAC-A3410DE12477}"/>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9F40421C-C02C-4D95-9224-31632DFE0567}"/>
              </a:ext>
            </a:extLst>
          </p:cNvPr>
          <p:cNvSpPr>
            <a:spLocks noGrp="1"/>
          </p:cNvSpPr>
          <p:nvPr>
            <p:ph type="sldNum" sz="quarter" idx="12"/>
          </p:nvPr>
        </p:nvSpPr>
        <p:spPr/>
        <p:txBody>
          <a:bodyPr/>
          <a:lstStyle/>
          <a:p>
            <a:pPr lvl="0"/>
            <a:fld id="{23D8B732-92B1-482C-AB09-48098AC99F05}" type="slidenum">
              <a:t>‹#›</a:t>
            </a:fld>
            <a:endParaRPr lang="en-GB"/>
          </a:p>
        </p:txBody>
      </p:sp>
    </p:spTree>
    <p:extLst>
      <p:ext uri="{BB962C8B-B14F-4D97-AF65-F5344CB8AC3E}">
        <p14:creationId xmlns:p14="http://schemas.microsoft.com/office/powerpoint/2010/main" val="37477801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5FEAC-0F46-4AE6-8C86-B81ABBD35764}"/>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B34C854-05BB-4664-A585-6F6EBA28D6E6}"/>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51EF7C9-BC99-45BF-80DA-EE1644070311}"/>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3965EC-114D-4528-8420-6094A96FFE49}"/>
              </a:ext>
            </a:extLst>
          </p:cNvPr>
          <p:cNvSpPr>
            <a:spLocks noGrp="1"/>
          </p:cNvSpPr>
          <p:nvPr>
            <p:ph type="dt" sz="half" idx="10"/>
          </p:nvPr>
        </p:nvSpPr>
        <p:spPr/>
        <p:txBody>
          <a:bodyPr/>
          <a:lstStyle/>
          <a:p>
            <a:pPr lvl="0"/>
            <a:endParaRPr lang="en-GB"/>
          </a:p>
        </p:txBody>
      </p:sp>
      <p:sp>
        <p:nvSpPr>
          <p:cNvPr id="6" name="Footer Placeholder 5">
            <a:extLst>
              <a:ext uri="{FF2B5EF4-FFF2-40B4-BE49-F238E27FC236}">
                <a16:creationId xmlns:a16="http://schemas.microsoft.com/office/drawing/2014/main" id="{25C600FC-FB23-4506-BAAD-A4F5099C9B83}"/>
              </a:ext>
            </a:extLst>
          </p:cNvPr>
          <p:cNvSpPr>
            <a:spLocks noGrp="1"/>
          </p:cNvSpPr>
          <p:nvPr>
            <p:ph type="ftr" sz="quarter" idx="11"/>
          </p:nvPr>
        </p:nvSpPr>
        <p:spPr/>
        <p:txBody>
          <a:bodyPr/>
          <a:lstStyle/>
          <a:p>
            <a:pPr lvl="0"/>
            <a:endParaRPr lang="en-GB"/>
          </a:p>
        </p:txBody>
      </p:sp>
      <p:sp>
        <p:nvSpPr>
          <p:cNvPr id="7" name="Slide Number Placeholder 6">
            <a:extLst>
              <a:ext uri="{FF2B5EF4-FFF2-40B4-BE49-F238E27FC236}">
                <a16:creationId xmlns:a16="http://schemas.microsoft.com/office/drawing/2014/main" id="{83BFD6B8-9449-4911-864D-07945736CB5F}"/>
              </a:ext>
            </a:extLst>
          </p:cNvPr>
          <p:cNvSpPr>
            <a:spLocks noGrp="1"/>
          </p:cNvSpPr>
          <p:nvPr>
            <p:ph type="sldNum" sz="quarter" idx="12"/>
          </p:nvPr>
        </p:nvSpPr>
        <p:spPr/>
        <p:txBody>
          <a:bodyPr/>
          <a:lstStyle/>
          <a:p>
            <a:pPr lvl="0"/>
            <a:fld id="{09E8F1FC-CA1F-4B71-9A4E-64FA745AD206}" type="slidenum">
              <a:t>‹#›</a:t>
            </a:fld>
            <a:endParaRPr lang="en-GB"/>
          </a:p>
        </p:txBody>
      </p:sp>
    </p:spTree>
    <p:extLst>
      <p:ext uri="{BB962C8B-B14F-4D97-AF65-F5344CB8AC3E}">
        <p14:creationId xmlns:p14="http://schemas.microsoft.com/office/powerpoint/2010/main" val="36759339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03D8-A4E3-49A3-83E8-0419FC51C68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D11A18A-6953-49F2-9EF3-19610FAA84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FD7002-C555-4A9F-BF35-E4840E76378D}"/>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CD4D3DC2-532A-41E4-A57E-9009B3BA2FB7}"/>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B2E88AA9-9E1E-4B8B-A0D5-AEDF57EF3666}"/>
              </a:ext>
            </a:extLst>
          </p:cNvPr>
          <p:cNvSpPr>
            <a:spLocks noGrp="1"/>
          </p:cNvSpPr>
          <p:nvPr>
            <p:ph type="sldNum" sz="quarter" idx="12"/>
          </p:nvPr>
        </p:nvSpPr>
        <p:spPr/>
        <p:txBody>
          <a:bodyPr/>
          <a:lstStyle/>
          <a:p>
            <a:pPr lvl="0"/>
            <a:fld id="{85FE24B8-2DF9-42F3-AEDE-914A96B81E4B}" type="slidenum">
              <a:t>‹#›</a:t>
            </a:fld>
            <a:endParaRPr lang="en-GB"/>
          </a:p>
        </p:txBody>
      </p:sp>
    </p:spTree>
    <p:extLst>
      <p:ext uri="{BB962C8B-B14F-4D97-AF65-F5344CB8AC3E}">
        <p14:creationId xmlns:p14="http://schemas.microsoft.com/office/powerpoint/2010/main" val="15995853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C6F721-496D-4AE2-96FA-4117B0C06F08}"/>
              </a:ext>
            </a:extLst>
          </p:cNvPr>
          <p:cNvSpPr>
            <a:spLocks noGrp="1"/>
          </p:cNvSpPr>
          <p:nvPr>
            <p:ph type="title" orient="vert"/>
          </p:nvPr>
        </p:nvSpPr>
        <p:spPr>
          <a:xfrm>
            <a:off x="7308850" y="225425"/>
            <a:ext cx="2266950" cy="43894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2ED2CC-806A-4B17-B71C-F7A7B148702B}"/>
              </a:ext>
            </a:extLst>
          </p:cNvPr>
          <p:cNvSpPr>
            <a:spLocks noGrp="1"/>
          </p:cNvSpPr>
          <p:nvPr>
            <p:ph type="body" orient="vert" idx="1"/>
          </p:nvPr>
        </p:nvSpPr>
        <p:spPr>
          <a:xfrm>
            <a:off x="503238" y="225425"/>
            <a:ext cx="6653212" cy="4389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FCBE6F-CEB9-4313-871E-9F9B7B661C3B}"/>
              </a:ext>
            </a:extLst>
          </p:cNvPr>
          <p:cNvSpPr>
            <a:spLocks noGrp="1"/>
          </p:cNvSpPr>
          <p:nvPr>
            <p:ph type="dt" sz="half" idx="10"/>
          </p:nvPr>
        </p:nvSpPr>
        <p:spPr/>
        <p:txBody>
          <a:bodyPr/>
          <a:lstStyle/>
          <a:p>
            <a:pPr lvl="0"/>
            <a:endParaRPr lang="en-GB"/>
          </a:p>
        </p:txBody>
      </p:sp>
      <p:sp>
        <p:nvSpPr>
          <p:cNvPr id="5" name="Footer Placeholder 4">
            <a:extLst>
              <a:ext uri="{FF2B5EF4-FFF2-40B4-BE49-F238E27FC236}">
                <a16:creationId xmlns:a16="http://schemas.microsoft.com/office/drawing/2014/main" id="{C0030600-EDA1-41D9-B944-E8EEC8E21C9D}"/>
              </a:ext>
            </a:extLst>
          </p:cNvPr>
          <p:cNvSpPr>
            <a:spLocks noGrp="1"/>
          </p:cNvSpPr>
          <p:nvPr>
            <p:ph type="ftr" sz="quarter" idx="11"/>
          </p:nvPr>
        </p:nvSpPr>
        <p:spPr/>
        <p:txBody>
          <a:bodyPr/>
          <a:lstStyle/>
          <a:p>
            <a:pPr lvl="0"/>
            <a:endParaRPr lang="en-GB"/>
          </a:p>
        </p:txBody>
      </p:sp>
      <p:sp>
        <p:nvSpPr>
          <p:cNvPr id="6" name="Slide Number Placeholder 5">
            <a:extLst>
              <a:ext uri="{FF2B5EF4-FFF2-40B4-BE49-F238E27FC236}">
                <a16:creationId xmlns:a16="http://schemas.microsoft.com/office/drawing/2014/main" id="{84CD902C-8E4C-4041-87E3-9D1AFC3AF286}"/>
              </a:ext>
            </a:extLst>
          </p:cNvPr>
          <p:cNvSpPr>
            <a:spLocks noGrp="1"/>
          </p:cNvSpPr>
          <p:nvPr>
            <p:ph type="sldNum" sz="quarter" idx="12"/>
          </p:nvPr>
        </p:nvSpPr>
        <p:spPr/>
        <p:txBody>
          <a:bodyPr/>
          <a:lstStyle/>
          <a:p>
            <a:pPr lvl="0"/>
            <a:fld id="{446B5B43-EBFF-4DC0-9EE4-A14AE91E8595}" type="slidenum">
              <a:t>‹#›</a:t>
            </a:fld>
            <a:endParaRPr lang="en-GB"/>
          </a:p>
        </p:txBody>
      </p:sp>
    </p:spTree>
    <p:extLst>
      <p:ext uri="{BB962C8B-B14F-4D97-AF65-F5344CB8AC3E}">
        <p14:creationId xmlns:p14="http://schemas.microsoft.com/office/powerpoint/2010/main" val="2615303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3.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4.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3CC967-B1A9-45BA-9BD6-623881DD96E4}"/>
              </a:ext>
            </a:extLst>
          </p:cNvPr>
          <p:cNvSpPr txBox="1">
            <a:spLocks noGrp="1"/>
          </p:cNvSpPr>
          <p:nvPr>
            <p:ph type="title"/>
          </p:nvPr>
        </p:nvSpPr>
        <p:spPr>
          <a:xfrm>
            <a:off x="503999" y="810000"/>
            <a:ext cx="9071640" cy="12960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43CA85BB-0BD8-4426-8D03-26630A415770}"/>
              </a:ext>
            </a:extLst>
          </p:cNvPr>
          <p:cNvSpPr txBox="1">
            <a:spLocks noGrp="1"/>
          </p:cNvSpPr>
          <p:nvPr>
            <p:ph type="body" idx="1"/>
          </p:nvPr>
        </p:nvSpPr>
        <p:spPr>
          <a:xfrm>
            <a:off x="503999" y="2376000"/>
            <a:ext cx="9071640" cy="275400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004F868-9B4A-47E4-8E5B-9BC948B951C0}"/>
              </a:ext>
            </a:extLst>
          </p:cNvPr>
          <p:cNvSpPr txBox="1">
            <a:spLocks noGrp="1"/>
          </p:cNvSpPr>
          <p:nvPr>
            <p:ph type="dt" sz="half" idx="2"/>
          </p:nvPr>
        </p:nvSpPr>
        <p:spPr>
          <a:xfrm>
            <a:off x="503999" y="5164920"/>
            <a:ext cx="2348280" cy="390600"/>
          </a:xfrm>
          <a:prstGeom prst="rect">
            <a:avLst/>
          </a:prstGeom>
          <a:noFill/>
          <a:ln>
            <a:noFill/>
          </a:ln>
        </p:spPr>
        <p:txBody>
          <a:bodyPr vert="horz" lIns="0" tIns="0" rIns="0" bIns="0" anchorCtr="0">
            <a:noAutofit/>
          </a:bodyPr>
          <a:lstStyle>
            <a:lvl1pPr lvl="0"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91CBC9CB-A4EE-4F3E-AF1E-1C60E7C6E723}"/>
              </a:ext>
            </a:extLst>
          </p:cNvPr>
          <p:cNvSpPr txBox="1">
            <a:spLocks noGrp="1"/>
          </p:cNvSpPr>
          <p:nvPr>
            <p:ph type="ftr" sz="quarter" idx="3"/>
          </p:nvPr>
        </p:nvSpPr>
        <p:spPr>
          <a:xfrm>
            <a:off x="3447360" y="5164920"/>
            <a:ext cx="3195000" cy="390600"/>
          </a:xfrm>
          <a:prstGeom prst="rect">
            <a:avLst/>
          </a:prstGeom>
          <a:noFill/>
          <a:ln>
            <a:noFill/>
          </a:ln>
        </p:spPr>
        <p:txBody>
          <a:bodyPr vert="horz" lIns="0" tIns="0" rIns="0" bIns="0" anchorCtr="0">
            <a:noAutofit/>
          </a:bodyPr>
          <a:lstStyle>
            <a:lvl1pPr lvl="0" algn="ctr"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1756AFCB-8110-452F-AA3D-480FA7532EA5}"/>
              </a:ext>
            </a:extLst>
          </p:cNvPr>
          <p:cNvSpPr txBox="1">
            <a:spLocks noGrp="1"/>
          </p:cNvSpPr>
          <p:nvPr>
            <p:ph type="sldNum" sz="quarter" idx="4"/>
          </p:nvPr>
        </p:nvSpPr>
        <p:spPr>
          <a:xfrm>
            <a:off x="7227360" y="5164920"/>
            <a:ext cx="2348280" cy="390600"/>
          </a:xfrm>
          <a:prstGeom prst="rect">
            <a:avLst/>
          </a:prstGeom>
          <a:noFill/>
          <a:ln>
            <a:noFill/>
          </a:ln>
        </p:spPr>
        <p:txBody>
          <a:bodyPr vert="horz" lIns="0" tIns="0" rIns="0" bIns="0" anchorCtr="0">
            <a:noAutofit/>
          </a:bodyPr>
          <a:lstStyle>
            <a:lvl1pPr lvl="0" algn="r" rtl="0" hangingPunct="0">
              <a:buNone/>
              <a:tabLst/>
              <a:defRPr lang="en-GB" sz="1400" kern="1200">
                <a:solidFill>
                  <a:srgbClr val="FFFFFF"/>
                </a:solidFill>
                <a:latin typeface="Liberation Sans" pitchFamily="18"/>
                <a:ea typeface="DejaVu Sans" pitchFamily="2"/>
                <a:cs typeface="DejaVu Sans" pitchFamily="2"/>
              </a:defRPr>
            </a:lvl1pPr>
          </a:lstStyle>
          <a:p>
            <a:pPr lvl="0"/>
            <a:fld id="{90CFC3B0-2FB9-4526-8AA1-674D57894B06}" type="slidenum">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hangingPunct="0">
        <a:tabLst/>
        <a:defRPr lang="en-GB" sz="4400" b="0" i="0" u="none" strike="noStrike" kern="1200" cap="none">
          <a:ln>
            <a:noFill/>
          </a:ln>
          <a:solidFill>
            <a:srgbClr val="FFFFFF"/>
          </a:solidFill>
          <a:highlight>
            <a:scrgbClr r="0" g="0" b="0">
              <a:alpha val="0"/>
            </a:scrgbClr>
          </a:highlight>
          <a:latin typeface="Liberation Sans" pitchFamily="18"/>
        </a:defRPr>
      </a:lvl1pPr>
    </p:titleStyle>
    <p:bodyStyle>
      <a:lvl1pPr marL="0" marR="0" indent="0" rtl="0" hangingPunct="0">
        <a:spcBef>
          <a:spcPts val="1414"/>
        </a:spcBef>
        <a:spcAft>
          <a:spcPts val="0"/>
        </a:spcAft>
        <a:tabLst/>
        <a:defRPr lang="en-GB" sz="3150" b="0" i="0" u="none" strike="noStrike" kern="1200" cap="none">
          <a:ln>
            <a:noFill/>
          </a:ln>
          <a:solidFill>
            <a:srgbClr val="FFFFFF"/>
          </a:solidFill>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19A472-2508-42E7-90CF-951E3283084F}"/>
              </a:ext>
            </a:extLst>
          </p:cNvPr>
          <p:cNvSpPr txBox="1">
            <a:spLocks noGrp="1"/>
          </p:cNvSpPr>
          <p:nvPr>
            <p:ph type="title"/>
          </p:nvPr>
        </p:nvSpPr>
        <p:spPr>
          <a:xfrm>
            <a:off x="503999" y="225720"/>
            <a:ext cx="9071640" cy="9468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85CB4873-8655-4CBA-9CF9-E59A91539158}"/>
              </a:ext>
            </a:extLst>
          </p:cNvPr>
          <p:cNvSpPr txBox="1">
            <a:spLocks noGrp="1"/>
          </p:cNvSpPr>
          <p:nvPr>
            <p:ph type="body" idx="1"/>
          </p:nvPr>
        </p:nvSpPr>
        <p:spPr>
          <a:xfrm>
            <a:off x="503999" y="1326600"/>
            <a:ext cx="9071640" cy="3288239"/>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667606-3759-4CF4-AC78-FD9F11C9FA27}"/>
              </a:ext>
            </a:extLst>
          </p:cNvPr>
          <p:cNvSpPr txBox="1">
            <a:spLocks noGrp="1"/>
          </p:cNvSpPr>
          <p:nvPr>
            <p:ph type="dt" sz="half" idx="2"/>
          </p:nvPr>
        </p:nvSpPr>
        <p:spPr>
          <a:xfrm>
            <a:off x="503999" y="5165280"/>
            <a:ext cx="2348280" cy="390960"/>
          </a:xfrm>
          <a:prstGeom prst="rect">
            <a:avLst/>
          </a:prstGeom>
          <a:noFill/>
          <a:ln>
            <a:noFill/>
          </a:ln>
        </p:spPr>
        <p:txBody>
          <a:bodyPr vert="horz" lIns="0" tIns="0" rIns="0" bIns="0"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54EA16C2-8A06-432E-9973-883ECCCAF4DC}"/>
              </a:ext>
            </a:extLst>
          </p:cNvPr>
          <p:cNvSpPr txBox="1">
            <a:spLocks noGrp="1"/>
          </p:cNvSpPr>
          <p:nvPr>
            <p:ph type="ftr" sz="quarter" idx="3"/>
          </p:nvPr>
        </p:nvSpPr>
        <p:spPr>
          <a:xfrm>
            <a:off x="3447360" y="5165280"/>
            <a:ext cx="3195000" cy="390960"/>
          </a:xfrm>
          <a:prstGeom prst="rect">
            <a:avLst/>
          </a:prstGeom>
          <a:noFill/>
          <a:ln>
            <a:noFill/>
          </a:ln>
        </p:spPr>
        <p:txBody>
          <a:bodyPr vert="horz" lIns="0" tIns="0" rIns="0" bIns="0" anchorCtr="0">
            <a:noAutofit/>
          </a:bodyPr>
          <a:lstStyle>
            <a:lvl1pPr lvl="0" algn="ctr"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B0A16DA1-6679-4A1B-ADF4-DC8D54973F9C}"/>
              </a:ext>
            </a:extLst>
          </p:cNvPr>
          <p:cNvSpPr txBox="1">
            <a:spLocks noGrp="1"/>
          </p:cNvSpPr>
          <p:nvPr>
            <p:ph type="sldNum" sz="quarter" idx="4"/>
          </p:nvPr>
        </p:nvSpPr>
        <p:spPr>
          <a:xfrm>
            <a:off x="7227360" y="5165280"/>
            <a:ext cx="2348280" cy="390960"/>
          </a:xfrm>
          <a:prstGeom prst="rect">
            <a:avLst/>
          </a:prstGeom>
          <a:noFill/>
          <a:ln>
            <a:noFill/>
          </a:ln>
        </p:spPr>
        <p:txBody>
          <a:bodyPr vert="horz" lIns="0" tIns="0" rIns="0" bIns="0"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fld id="{2261C82F-3FEE-473A-992F-0CDB61865B37}" type="slidenum">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hangingPunct="0">
        <a:tabLst/>
        <a:defRPr lang="en-GB" sz="3300" b="0" i="0" u="none" strike="noStrike" kern="1200" cap="none">
          <a:ln>
            <a:noFill/>
          </a:ln>
          <a:highlight>
            <a:scrgbClr r="0" g="0" b="0">
              <a:alpha val="0"/>
            </a:scrgbClr>
          </a:highlight>
          <a:latin typeface="Liberation Sans" pitchFamily="18"/>
        </a:defRPr>
      </a:lvl1pPr>
    </p:titleStyle>
    <p:bodyStyle>
      <a:lvl1pPr marL="0" marR="0" indent="0" rtl="0" hangingPunct="0">
        <a:spcBef>
          <a:spcPts val="1060"/>
        </a:spcBef>
        <a:spcAft>
          <a:spcPts val="0"/>
        </a:spcAft>
        <a:tabLst/>
        <a:defRPr lang="en-GB" sz="2400" b="0" i="0" u="none" strike="noStrike" kern="1200" cap="none">
          <a:ln>
            <a:noFill/>
          </a:ln>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99CB59-0C95-457B-9E88-BAD61E61799F}"/>
              </a:ext>
            </a:extLst>
          </p:cNvPr>
          <p:cNvSpPr txBox="1">
            <a:spLocks noGrp="1"/>
          </p:cNvSpPr>
          <p:nvPr>
            <p:ph type="title"/>
          </p:nvPr>
        </p:nvSpPr>
        <p:spPr>
          <a:xfrm>
            <a:off x="503999" y="810000"/>
            <a:ext cx="9071640" cy="12960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AA47EF3C-E687-42E1-8C10-F1A7661B50C6}"/>
              </a:ext>
            </a:extLst>
          </p:cNvPr>
          <p:cNvSpPr txBox="1">
            <a:spLocks noGrp="1"/>
          </p:cNvSpPr>
          <p:nvPr>
            <p:ph type="body" idx="1"/>
          </p:nvPr>
        </p:nvSpPr>
        <p:spPr>
          <a:xfrm>
            <a:off x="503999" y="2376000"/>
            <a:ext cx="9071640" cy="275400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C0D16C-0F7A-4A10-807E-77DB9CD0F672}"/>
              </a:ext>
            </a:extLst>
          </p:cNvPr>
          <p:cNvSpPr txBox="1">
            <a:spLocks noGrp="1"/>
          </p:cNvSpPr>
          <p:nvPr>
            <p:ph type="dt" sz="half" idx="2"/>
          </p:nvPr>
        </p:nvSpPr>
        <p:spPr>
          <a:xfrm>
            <a:off x="503999" y="5164920"/>
            <a:ext cx="2348280" cy="390600"/>
          </a:xfrm>
          <a:prstGeom prst="rect">
            <a:avLst/>
          </a:prstGeom>
          <a:noFill/>
          <a:ln>
            <a:noFill/>
          </a:ln>
        </p:spPr>
        <p:txBody>
          <a:bodyPr vert="horz" lIns="0" tIns="0" rIns="0" bIns="0" anchorCtr="0">
            <a:noAutofit/>
          </a:bodyPr>
          <a:lstStyle>
            <a:lvl1pPr lvl="0"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81078F21-D345-46CF-B0B5-188FCF9158F4}"/>
              </a:ext>
            </a:extLst>
          </p:cNvPr>
          <p:cNvSpPr txBox="1">
            <a:spLocks noGrp="1"/>
          </p:cNvSpPr>
          <p:nvPr>
            <p:ph type="ftr" sz="quarter" idx="3"/>
          </p:nvPr>
        </p:nvSpPr>
        <p:spPr>
          <a:xfrm>
            <a:off x="3447360" y="5164920"/>
            <a:ext cx="3195000" cy="390600"/>
          </a:xfrm>
          <a:prstGeom prst="rect">
            <a:avLst/>
          </a:prstGeom>
          <a:noFill/>
          <a:ln>
            <a:noFill/>
          </a:ln>
        </p:spPr>
        <p:txBody>
          <a:bodyPr vert="horz" lIns="0" tIns="0" rIns="0" bIns="0" anchorCtr="0">
            <a:noAutofit/>
          </a:bodyPr>
          <a:lstStyle>
            <a:lvl1pPr lvl="0" algn="ctr" rtl="0" hangingPunct="0">
              <a:buNone/>
              <a:tabLst/>
              <a:defRPr lang="en-GB" sz="1400" kern="1200">
                <a:solidFill>
                  <a:srgbClr val="FFFFFF"/>
                </a:solidFill>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E2B5753B-0AAC-424A-924F-5692D4A0D068}"/>
              </a:ext>
            </a:extLst>
          </p:cNvPr>
          <p:cNvSpPr txBox="1">
            <a:spLocks noGrp="1"/>
          </p:cNvSpPr>
          <p:nvPr>
            <p:ph type="sldNum" sz="quarter" idx="4"/>
          </p:nvPr>
        </p:nvSpPr>
        <p:spPr>
          <a:xfrm>
            <a:off x="7227360" y="5164920"/>
            <a:ext cx="2348280" cy="390600"/>
          </a:xfrm>
          <a:prstGeom prst="rect">
            <a:avLst/>
          </a:prstGeom>
          <a:noFill/>
          <a:ln>
            <a:noFill/>
          </a:ln>
        </p:spPr>
        <p:txBody>
          <a:bodyPr vert="horz" lIns="0" tIns="0" rIns="0" bIns="0" anchorCtr="0">
            <a:noAutofit/>
          </a:bodyPr>
          <a:lstStyle>
            <a:lvl1pPr lvl="0" algn="r" rtl="0" hangingPunct="0">
              <a:buNone/>
              <a:tabLst/>
              <a:defRPr lang="en-GB" sz="1400" kern="1200">
                <a:solidFill>
                  <a:srgbClr val="FFFFFF"/>
                </a:solidFill>
                <a:latin typeface="Liberation Sans" pitchFamily="18"/>
                <a:ea typeface="DejaVu Sans" pitchFamily="2"/>
                <a:cs typeface="DejaVu Sans" pitchFamily="2"/>
              </a:defRPr>
            </a:lvl1pPr>
          </a:lstStyle>
          <a:p>
            <a:pPr lvl="0"/>
            <a:fld id="{D54BF601-101C-46B6-A487-B90968273527}" type="slidenum">
              <a:t>‹#›</a:t>
            </a:fld>
            <a:endParaRPr lang="en-GB"/>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hangingPunct="0">
        <a:tabLst/>
        <a:defRPr lang="en-GB" sz="4400" b="0" i="0" u="none" strike="noStrike" kern="1200" cap="none">
          <a:ln>
            <a:noFill/>
          </a:ln>
          <a:solidFill>
            <a:srgbClr val="FFFFFF"/>
          </a:solidFill>
          <a:highlight>
            <a:scrgbClr r="0" g="0" b="0">
              <a:alpha val="0"/>
            </a:scrgbClr>
          </a:highlight>
          <a:latin typeface="Liberation Sans" pitchFamily="18"/>
        </a:defRPr>
      </a:lvl1pPr>
    </p:titleStyle>
    <p:bodyStyle>
      <a:lvl1pPr marL="0" marR="0" indent="0" rtl="0" hangingPunct="0">
        <a:spcBef>
          <a:spcPts val="1414"/>
        </a:spcBef>
        <a:spcAft>
          <a:spcPts val="0"/>
        </a:spcAft>
        <a:tabLst/>
        <a:defRPr lang="en-GB" sz="3150" b="0" i="0" u="none" strike="noStrike" kern="1200" cap="none">
          <a:ln>
            <a:noFill/>
          </a:ln>
          <a:solidFill>
            <a:srgbClr val="FFFFFF"/>
          </a:solidFill>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8C6F26-DF38-42C8-9F71-41DD9C1DFBD6}"/>
              </a:ext>
            </a:extLst>
          </p:cNvPr>
          <p:cNvSpPr txBox="1">
            <a:spLocks noGrp="1"/>
          </p:cNvSpPr>
          <p:nvPr>
            <p:ph type="title"/>
          </p:nvPr>
        </p:nvSpPr>
        <p:spPr>
          <a:xfrm>
            <a:off x="503999" y="225720"/>
            <a:ext cx="9071640" cy="946800"/>
          </a:xfrm>
          <a:prstGeom prst="rect">
            <a:avLst/>
          </a:prstGeom>
          <a:noFill/>
          <a:ln>
            <a:noFill/>
          </a:ln>
        </p:spPr>
        <p:txBody>
          <a:bodyPr lIns="0" tIns="0" rIns="0" bIns="0" anchor="ctr"/>
          <a:lstStyle/>
          <a:p>
            <a:endParaRPr lang="en-GB"/>
          </a:p>
        </p:txBody>
      </p:sp>
      <p:sp>
        <p:nvSpPr>
          <p:cNvPr id="3" name="Text Placeholder 2">
            <a:extLst>
              <a:ext uri="{FF2B5EF4-FFF2-40B4-BE49-F238E27FC236}">
                <a16:creationId xmlns:a16="http://schemas.microsoft.com/office/drawing/2014/main" id="{6A19C2F1-9C96-4199-8A72-FC67F7052AD0}"/>
              </a:ext>
            </a:extLst>
          </p:cNvPr>
          <p:cNvSpPr txBox="1">
            <a:spLocks noGrp="1"/>
          </p:cNvSpPr>
          <p:nvPr>
            <p:ph type="body" idx="1"/>
          </p:nvPr>
        </p:nvSpPr>
        <p:spPr>
          <a:xfrm>
            <a:off x="503999" y="1326600"/>
            <a:ext cx="9071640" cy="3288239"/>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BF4D15-43B2-47C7-8686-428AC27F582B}"/>
              </a:ext>
            </a:extLst>
          </p:cNvPr>
          <p:cNvSpPr txBox="1">
            <a:spLocks noGrp="1"/>
          </p:cNvSpPr>
          <p:nvPr>
            <p:ph type="dt" sz="half" idx="2"/>
          </p:nvPr>
        </p:nvSpPr>
        <p:spPr>
          <a:xfrm>
            <a:off x="503999" y="5165280"/>
            <a:ext cx="2348280" cy="390960"/>
          </a:xfrm>
          <a:prstGeom prst="rect">
            <a:avLst/>
          </a:prstGeom>
          <a:noFill/>
          <a:ln>
            <a:noFill/>
          </a:ln>
        </p:spPr>
        <p:txBody>
          <a:bodyPr vert="horz" lIns="0" tIns="0" rIns="0" bIns="0"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5" name="Footer Placeholder 4">
            <a:extLst>
              <a:ext uri="{FF2B5EF4-FFF2-40B4-BE49-F238E27FC236}">
                <a16:creationId xmlns:a16="http://schemas.microsoft.com/office/drawing/2014/main" id="{727009A9-72DD-437F-82CA-27B314342994}"/>
              </a:ext>
            </a:extLst>
          </p:cNvPr>
          <p:cNvSpPr txBox="1">
            <a:spLocks noGrp="1"/>
          </p:cNvSpPr>
          <p:nvPr>
            <p:ph type="ftr" sz="quarter" idx="3"/>
          </p:nvPr>
        </p:nvSpPr>
        <p:spPr>
          <a:xfrm>
            <a:off x="3447360" y="5165280"/>
            <a:ext cx="3195000" cy="390960"/>
          </a:xfrm>
          <a:prstGeom prst="rect">
            <a:avLst/>
          </a:prstGeom>
          <a:noFill/>
          <a:ln>
            <a:noFill/>
          </a:ln>
        </p:spPr>
        <p:txBody>
          <a:bodyPr vert="horz" lIns="0" tIns="0" rIns="0" bIns="0" anchorCtr="0">
            <a:noAutofit/>
          </a:bodyPr>
          <a:lstStyle>
            <a:lvl1pPr lvl="0" algn="ctr"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6" name="Slide Number Placeholder 5">
            <a:extLst>
              <a:ext uri="{FF2B5EF4-FFF2-40B4-BE49-F238E27FC236}">
                <a16:creationId xmlns:a16="http://schemas.microsoft.com/office/drawing/2014/main" id="{31FA94E4-C961-4A60-B8D4-8A248559E2A1}"/>
              </a:ext>
            </a:extLst>
          </p:cNvPr>
          <p:cNvSpPr txBox="1">
            <a:spLocks noGrp="1"/>
          </p:cNvSpPr>
          <p:nvPr>
            <p:ph type="sldNum" sz="quarter" idx="4"/>
          </p:nvPr>
        </p:nvSpPr>
        <p:spPr>
          <a:xfrm>
            <a:off x="7227360" y="5165280"/>
            <a:ext cx="2348280" cy="390960"/>
          </a:xfrm>
          <a:prstGeom prst="rect">
            <a:avLst/>
          </a:prstGeom>
          <a:noFill/>
          <a:ln>
            <a:noFill/>
          </a:ln>
        </p:spPr>
        <p:txBody>
          <a:bodyPr vert="horz" lIns="0" tIns="0" rIns="0" bIns="0"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fld id="{05E589B0-7E8A-4EC9-9C1B-1996EE541A7A}" type="slidenum">
              <a:t>‹#›</a:t>
            </a:fld>
            <a:endParaRPr lang="en-GB"/>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hangingPunct="0">
        <a:tabLst/>
        <a:defRPr lang="en-GB" sz="3300" b="0" i="0" u="none" strike="noStrike" kern="1200" cap="none">
          <a:ln>
            <a:noFill/>
          </a:ln>
          <a:highlight>
            <a:scrgbClr r="0" g="0" b="0">
              <a:alpha val="0"/>
            </a:scrgbClr>
          </a:highlight>
          <a:latin typeface="Liberation Sans" pitchFamily="18"/>
        </a:defRPr>
      </a:lvl1pPr>
    </p:titleStyle>
    <p:bodyStyle>
      <a:lvl1pPr marL="0" marR="0" indent="0" rtl="0" hangingPunct="0">
        <a:spcBef>
          <a:spcPts val="1060"/>
        </a:spcBef>
        <a:spcAft>
          <a:spcPts val="0"/>
        </a:spcAft>
        <a:tabLst/>
        <a:defRPr lang="en-GB" sz="2400" b="0" i="0" u="none" strike="noStrike" kern="1200" cap="none">
          <a:ln>
            <a:noFill/>
          </a:ln>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8.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FC71E-AD18-4E9D-843C-49356F5BB2C6}"/>
              </a:ext>
            </a:extLst>
          </p:cNvPr>
          <p:cNvSpPr txBox="1">
            <a:spLocks noGrp="1"/>
          </p:cNvSpPr>
          <p:nvPr>
            <p:ph type="title" idx="4294967295"/>
          </p:nvPr>
        </p:nvSpPr>
        <p:spPr>
          <a:xfrm>
            <a:off x="503999" y="780892"/>
            <a:ext cx="9071640" cy="1354217"/>
          </a:xfrm>
        </p:spPr>
        <p:txBody>
          <a:bodyPr vert="horz">
            <a:spAutoFit/>
          </a:bodyPr>
          <a:lstStyle/>
          <a:p>
            <a:pPr lvl="0"/>
            <a:r>
              <a:rPr lang="en-GB" dirty="0"/>
              <a:t>CT7201 Python Notebooks and Scripting</a:t>
            </a:r>
          </a:p>
        </p:txBody>
      </p:sp>
      <p:sp>
        <p:nvSpPr>
          <p:cNvPr id="3" name="Subtitle 2">
            <a:extLst>
              <a:ext uri="{FF2B5EF4-FFF2-40B4-BE49-F238E27FC236}">
                <a16:creationId xmlns:a16="http://schemas.microsoft.com/office/drawing/2014/main" id="{25DAE349-CE88-49D9-A7B5-BD4C505AC5B5}"/>
              </a:ext>
            </a:extLst>
          </p:cNvPr>
          <p:cNvSpPr txBox="1">
            <a:spLocks noGrp="1"/>
          </p:cNvSpPr>
          <p:nvPr>
            <p:ph type="subTitle" idx="4294967295"/>
          </p:nvPr>
        </p:nvSpPr>
        <p:spPr>
          <a:xfrm>
            <a:off x="503999" y="2376000"/>
            <a:ext cx="9071640" cy="713787"/>
          </a:xfrm>
        </p:spPr>
        <p:txBody>
          <a:bodyPr vert="horz" anchor="ctr"/>
          <a:lstStyle/>
          <a:p>
            <a:pPr lvl="0" algn="ctr"/>
            <a:r>
              <a:rPr lang="en-GB" sz="2400" dirty="0"/>
              <a:t>Week 2</a:t>
            </a:r>
          </a:p>
        </p:txBody>
      </p:sp>
      <p:pic>
        <p:nvPicPr>
          <p:cNvPr id="5" name="Picture 4" descr="A picture containing text, person&#10;&#10;Description automatically generated">
            <a:extLst>
              <a:ext uri="{FF2B5EF4-FFF2-40B4-BE49-F238E27FC236}">
                <a16:creationId xmlns:a16="http://schemas.microsoft.com/office/drawing/2014/main" id="{1BE2D177-4173-49DD-B1DF-354EC08B2C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7658" y="3144530"/>
            <a:ext cx="2705308" cy="20614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674A6-E7BA-4CCC-8021-009C6461C59C}"/>
              </a:ext>
            </a:extLst>
          </p:cNvPr>
          <p:cNvSpPr txBox="1">
            <a:spLocks noGrp="1"/>
          </p:cNvSpPr>
          <p:nvPr>
            <p:ph type="title" idx="4294967295"/>
          </p:nvPr>
        </p:nvSpPr>
        <p:spPr/>
        <p:txBody>
          <a:bodyPr vert="horz"/>
          <a:lstStyle/>
          <a:p>
            <a:pPr lvl="0"/>
            <a:r>
              <a:rPr lang="en-GB"/>
              <a:t>Functions</a:t>
            </a:r>
          </a:p>
        </p:txBody>
      </p:sp>
      <p:sp>
        <p:nvSpPr>
          <p:cNvPr id="3" name="Text Placeholder 2">
            <a:extLst>
              <a:ext uri="{FF2B5EF4-FFF2-40B4-BE49-F238E27FC236}">
                <a16:creationId xmlns:a16="http://schemas.microsoft.com/office/drawing/2014/main" id="{5111DDFB-7470-4E29-8B18-D34D3BF4F0A8}"/>
              </a:ext>
            </a:extLst>
          </p:cNvPr>
          <p:cNvSpPr txBox="1">
            <a:spLocks noGrp="1"/>
          </p:cNvSpPr>
          <p:nvPr>
            <p:ph type="body" idx="4294967295"/>
          </p:nvPr>
        </p:nvSpPr>
        <p:spPr/>
        <p:txBody>
          <a:bodyPr vert="horz"/>
          <a:lstStyle/>
          <a:p>
            <a:pPr lvl="0">
              <a:buSzPct val="45000"/>
              <a:buFont typeface="StarSymbol"/>
              <a:buChar char="●"/>
            </a:pPr>
            <a:r>
              <a:rPr lang="en-GB"/>
              <a:t>You have seen functions in some of our previous examples</a:t>
            </a:r>
          </a:p>
          <a:p>
            <a:pPr lvl="0">
              <a:buSzPct val="45000"/>
              <a:buFont typeface="StarSymbol"/>
              <a:buChar char="●"/>
            </a:pPr>
            <a:r>
              <a:rPr lang="en-GB"/>
              <a:t>A function is a chunk of code that we can call, potentially supplying some values (arguments) and which can return some values</a:t>
            </a:r>
          </a:p>
          <a:p>
            <a:pPr lvl="0">
              <a:buSzPct val="45000"/>
              <a:buFont typeface="StarSymbol"/>
              <a:buChar char="●"/>
            </a:pPr>
            <a:r>
              <a:rPr lang="en-GB"/>
              <a:t>In python the syntax for defining a function is:</a:t>
            </a:r>
          </a:p>
        </p:txBody>
      </p:sp>
      <p:pic>
        <p:nvPicPr>
          <p:cNvPr id="4" name="Picture 3">
            <a:extLst>
              <a:ext uri="{FF2B5EF4-FFF2-40B4-BE49-F238E27FC236}">
                <a16:creationId xmlns:a16="http://schemas.microsoft.com/office/drawing/2014/main" id="{9951922E-2251-4243-A703-2F64918FE024}"/>
              </a:ext>
            </a:extLst>
          </p:cNvPr>
          <p:cNvPicPr>
            <a:picLocks noChangeAspect="1"/>
          </p:cNvPicPr>
          <p:nvPr/>
        </p:nvPicPr>
        <p:blipFill>
          <a:blip r:embed="rId3">
            <a:lum/>
            <a:alphaModFix/>
          </a:blip>
          <a:srcRect/>
          <a:stretch>
            <a:fillRect/>
          </a:stretch>
        </p:blipFill>
        <p:spPr>
          <a:xfrm>
            <a:off x="900000" y="3420000"/>
            <a:ext cx="5354640" cy="1956240"/>
          </a:xfrm>
          <a:prstGeom prst="rect">
            <a:avLst/>
          </a:prstGeom>
          <a:noFill/>
          <a:ln>
            <a:noFill/>
          </a:ln>
        </p:spPr>
      </p:pic>
      <p:sp>
        <p:nvSpPr>
          <p:cNvPr id="5" name="Freeform: Shape 4">
            <a:extLst>
              <a:ext uri="{FF2B5EF4-FFF2-40B4-BE49-F238E27FC236}">
                <a16:creationId xmlns:a16="http://schemas.microsoft.com/office/drawing/2014/main" id="{7AE2E5F7-A24C-4A50-B889-A85624F06ED7}"/>
              </a:ext>
            </a:extLst>
          </p:cNvPr>
          <p:cNvSpPr/>
          <p:nvPr/>
        </p:nvSpPr>
        <p:spPr>
          <a:xfrm>
            <a:off x="6120000" y="3240000"/>
            <a:ext cx="3780000" cy="198000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noFill/>
          <a:ln w="18000">
            <a:solidFill>
              <a:srgbClr val="FF0000"/>
            </a:solidFill>
            <a:prstDash val="solid"/>
          </a:ln>
        </p:spPr>
        <p:txBody>
          <a:bodyPr vert="horz" wrap="none" lIns="90000" tIns="45000" rIns="90000" bIns="45000" anchor="ctr" anchorCtr="0" compatLnSpc="0">
            <a:noAutofit/>
          </a:bodyPr>
          <a:lstStyle/>
          <a:p>
            <a:pPr marL="0" marR="0" lvl="0" indent="0" algn="ctr" rtl="0" hangingPunct="0">
              <a:lnSpc>
                <a:spcPct val="100000"/>
              </a:lnSpc>
              <a:spcBef>
                <a:spcPts val="0"/>
              </a:spcBef>
              <a:spcAft>
                <a:spcPts val="0"/>
              </a:spcAft>
              <a:buNone/>
              <a:tabLst/>
            </a:pPr>
            <a:r>
              <a:rPr lang="en-GB" sz="1500" b="0" i="0" u="none" strike="noStrike" kern="1200" cap="none">
                <a:ln>
                  <a:noFill/>
                </a:ln>
                <a:solidFill>
                  <a:srgbClr val="000000"/>
                </a:solidFill>
                <a:latin typeface="Liberation Sans" pitchFamily="18"/>
                <a:ea typeface="DejaVu Sans" pitchFamily="2"/>
                <a:cs typeface="DejaVu Sans" pitchFamily="2"/>
              </a:rPr>
              <a:t>“</a:t>
            </a:r>
            <a:r>
              <a:rPr lang="en-GB" sz="1500" b="1" i="0" u="none" strike="noStrike" kern="1200" cap="none">
                <a:ln>
                  <a:noFill/>
                </a:ln>
                <a:solidFill>
                  <a:srgbClr val="000000"/>
                </a:solidFill>
                <a:latin typeface="Liberation Sans" pitchFamily="18"/>
                <a:ea typeface="DejaVu Sans" pitchFamily="2"/>
                <a:cs typeface="DejaVu Sans" pitchFamily="2"/>
              </a:rPr>
              <a:t>pass</a:t>
            </a:r>
            <a:r>
              <a:rPr lang="en-GB" sz="1500" b="0" i="0" u="none" strike="noStrike" kern="1200" cap="none">
                <a:ln>
                  <a:noFill/>
                </a:ln>
                <a:solidFill>
                  <a:srgbClr val="000000"/>
                </a:solidFill>
                <a:latin typeface="Liberation Sans" pitchFamily="18"/>
                <a:ea typeface="DejaVu Sans" pitchFamily="2"/>
                <a:cs typeface="DejaVu Sans" pitchFamily="2"/>
              </a:rPr>
              <a:t>” is a keyword in Python,</a:t>
            </a:r>
          </a:p>
          <a:p>
            <a:pPr marL="0" marR="0" lvl="0" indent="0" algn="ctr" rtl="0" hangingPunct="0">
              <a:lnSpc>
                <a:spcPct val="100000"/>
              </a:lnSpc>
              <a:spcBef>
                <a:spcPts val="0"/>
              </a:spcBef>
              <a:spcAft>
                <a:spcPts val="0"/>
              </a:spcAft>
              <a:buNone/>
              <a:tabLst/>
            </a:pPr>
            <a:r>
              <a:rPr lang="en-GB" sz="1500" b="0" i="0" u="none" strike="noStrike" kern="1200" cap="none">
                <a:ln>
                  <a:noFill/>
                </a:ln>
                <a:solidFill>
                  <a:srgbClr val="000000"/>
                </a:solidFill>
                <a:latin typeface="Liberation Sans" pitchFamily="18"/>
                <a:ea typeface="DejaVu Sans" pitchFamily="2"/>
                <a:cs typeface="DejaVu Sans" pitchFamily="2"/>
              </a:rPr>
              <a:t>meaning do nothing. Our</a:t>
            </a:r>
          </a:p>
          <a:p>
            <a:pPr marL="0" marR="0" lvl="0" indent="0" algn="ctr" rtl="0" hangingPunct="0">
              <a:lnSpc>
                <a:spcPct val="100000"/>
              </a:lnSpc>
              <a:spcBef>
                <a:spcPts val="0"/>
              </a:spcBef>
              <a:spcAft>
                <a:spcPts val="0"/>
              </a:spcAft>
              <a:buNone/>
              <a:tabLst/>
            </a:pPr>
            <a:r>
              <a:rPr lang="en-GB" sz="1500" b="0" i="0" u="none" strike="noStrike" kern="1200" cap="none">
                <a:ln>
                  <a:noFill/>
                </a:ln>
                <a:solidFill>
                  <a:srgbClr val="000000"/>
                </a:solidFill>
                <a:latin typeface="Liberation Sans" pitchFamily="18"/>
                <a:ea typeface="DejaVu Sans" pitchFamily="2"/>
                <a:cs typeface="DejaVu Sans" pitchFamily="2"/>
              </a:rPr>
              <a:t>functions here have to have some</a:t>
            </a:r>
          </a:p>
          <a:p>
            <a:pPr marL="0" marR="0" lvl="0" indent="0" algn="ctr" rtl="0" hangingPunct="0">
              <a:lnSpc>
                <a:spcPct val="100000"/>
              </a:lnSpc>
              <a:spcBef>
                <a:spcPts val="0"/>
              </a:spcBef>
              <a:spcAft>
                <a:spcPts val="0"/>
              </a:spcAft>
              <a:buNone/>
              <a:tabLst/>
            </a:pPr>
            <a:r>
              <a:rPr lang="en-GB" sz="1500" b="0" i="0" u="none" strike="noStrike" kern="1200" cap="none">
                <a:ln>
                  <a:noFill/>
                </a:ln>
                <a:solidFill>
                  <a:srgbClr val="000000"/>
                </a:solidFill>
                <a:latin typeface="Liberation Sans" pitchFamily="18"/>
                <a:ea typeface="DejaVu Sans" pitchFamily="2"/>
                <a:cs typeface="DejaVu Sans" pitchFamily="2"/>
              </a:rPr>
              <a:t>code, but it does not need to do</a:t>
            </a:r>
          </a:p>
          <a:p>
            <a:pPr marL="0" marR="0" lvl="0" indent="0" algn="ctr" rtl="0" hangingPunct="0">
              <a:lnSpc>
                <a:spcPct val="100000"/>
              </a:lnSpc>
              <a:spcBef>
                <a:spcPts val="0"/>
              </a:spcBef>
              <a:spcAft>
                <a:spcPts val="0"/>
              </a:spcAft>
              <a:buNone/>
              <a:tabLst/>
            </a:pPr>
            <a:r>
              <a:rPr lang="en-GB" sz="1500" b="0" i="0" u="none" strike="noStrike" kern="1200" cap="none">
                <a:ln>
                  <a:noFill/>
                </a:ln>
                <a:solidFill>
                  <a:srgbClr val="000000"/>
                </a:solidFill>
                <a:latin typeface="Liberation Sans" pitchFamily="18"/>
                <a:ea typeface="DejaVu Sans" pitchFamily="2"/>
                <a:cs typeface="DejaVu Sans" pitchFamily="2"/>
              </a:rPr>
              <a:t>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455D1-247F-4EC0-AA9A-FB26282D2C39}"/>
              </a:ext>
            </a:extLst>
          </p:cNvPr>
          <p:cNvSpPr txBox="1">
            <a:spLocks noGrp="1"/>
          </p:cNvSpPr>
          <p:nvPr>
            <p:ph type="title" idx="4294967295"/>
          </p:nvPr>
        </p:nvSpPr>
        <p:spPr/>
        <p:txBody>
          <a:bodyPr vert="horz"/>
          <a:lstStyle/>
          <a:p>
            <a:pPr lvl="0"/>
            <a:r>
              <a:rPr lang="en-GB"/>
              <a:t>Type Annotation</a:t>
            </a:r>
          </a:p>
        </p:txBody>
      </p:sp>
      <p:sp>
        <p:nvSpPr>
          <p:cNvPr id="3" name="Text Placeholder 2">
            <a:extLst>
              <a:ext uri="{FF2B5EF4-FFF2-40B4-BE49-F238E27FC236}">
                <a16:creationId xmlns:a16="http://schemas.microsoft.com/office/drawing/2014/main" id="{48221B57-137D-4323-9C7C-2DE71623F92D}"/>
              </a:ext>
            </a:extLst>
          </p:cNvPr>
          <p:cNvSpPr txBox="1">
            <a:spLocks noGrp="1"/>
          </p:cNvSpPr>
          <p:nvPr>
            <p:ph type="body" idx="4294967295"/>
          </p:nvPr>
        </p:nvSpPr>
        <p:spPr/>
        <p:txBody>
          <a:bodyPr vert="horz"/>
          <a:lstStyle/>
          <a:p>
            <a:pPr lvl="0">
              <a:buSzPct val="45000"/>
              <a:buFont typeface="StarSymbol"/>
              <a:buChar char="●"/>
            </a:pPr>
            <a:r>
              <a:rPr lang="en-GB"/>
              <a:t>If you wish (and there are reasons you may want to if you start to work on larger programs) you can also annotate python functions with the types for their arguments</a:t>
            </a:r>
          </a:p>
          <a:p>
            <a:pPr lvl="0">
              <a:buSzPct val="45000"/>
              <a:buFont typeface="StarSymbol"/>
              <a:buChar char="●"/>
            </a:pPr>
            <a:r>
              <a:rPr lang="en-GB"/>
              <a:t>This allows your code editor to check that you have passed the correct types, and allows for type linter programs to scan your code ahead of time and warn of any possible type errors</a:t>
            </a:r>
          </a:p>
          <a:p>
            <a:pPr lvl="0">
              <a:buSzPct val="45000"/>
              <a:buFont typeface="StarSymbol"/>
              <a:buChar char="●"/>
            </a:pPr>
            <a:r>
              <a:rPr lang="en-GB"/>
              <a:t>Type annotations are not required however, and code will run perfectly fine without them</a:t>
            </a:r>
          </a:p>
        </p:txBody>
      </p:sp>
      <p:pic>
        <p:nvPicPr>
          <p:cNvPr id="4" name="Picture 3">
            <a:extLst>
              <a:ext uri="{FF2B5EF4-FFF2-40B4-BE49-F238E27FC236}">
                <a16:creationId xmlns:a16="http://schemas.microsoft.com/office/drawing/2014/main" id="{4D7A8F92-379B-4E52-97DD-4E02EE843434}"/>
              </a:ext>
            </a:extLst>
          </p:cNvPr>
          <p:cNvPicPr>
            <a:picLocks noChangeAspect="1"/>
          </p:cNvPicPr>
          <p:nvPr/>
        </p:nvPicPr>
        <p:blipFill>
          <a:blip r:embed="rId3">
            <a:lum/>
            <a:alphaModFix/>
          </a:blip>
          <a:srcRect/>
          <a:stretch>
            <a:fillRect/>
          </a:stretch>
        </p:blipFill>
        <p:spPr>
          <a:xfrm>
            <a:off x="1640519" y="4420079"/>
            <a:ext cx="6819479" cy="7999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2C9AB-6DEA-442F-8640-8BF71EA692C4}"/>
              </a:ext>
            </a:extLst>
          </p:cNvPr>
          <p:cNvSpPr txBox="1">
            <a:spLocks noGrp="1"/>
          </p:cNvSpPr>
          <p:nvPr>
            <p:ph type="title" idx="4294967295"/>
          </p:nvPr>
        </p:nvSpPr>
        <p:spPr/>
        <p:txBody>
          <a:bodyPr vert="horz"/>
          <a:lstStyle/>
          <a:p>
            <a:pPr lvl="0"/>
            <a:r>
              <a:rPr lang="en-GB"/>
              <a:t>Control Flow</a:t>
            </a:r>
          </a:p>
        </p:txBody>
      </p:sp>
      <p:sp>
        <p:nvSpPr>
          <p:cNvPr id="3" name="Text Placeholder 2">
            <a:extLst>
              <a:ext uri="{FF2B5EF4-FFF2-40B4-BE49-F238E27FC236}">
                <a16:creationId xmlns:a16="http://schemas.microsoft.com/office/drawing/2014/main" id="{AE4CD9AE-0BFC-4308-B9AC-2CC9A34DE6C2}"/>
              </a:ext>
            </a:extLst>
          </p:cNvPr>
          <p:cNvSpPr txBox="1">
            <a:spLocks noGrp="1"/>
          </p:cNvSpPr>
          <p:nvPr>
            <p:ph type="body" idx="4294967295"/>
          </p:nvPr>
        </p:nvSpPr>
        <p:spPr>
          <a:xfrm>
            <a:off x="503999" y="1620000"/>
            <a:ext cx="6336000" cy="2994840"/>
          </a:xfrm>
        </p:spPr>
        <p:txBody>
          <a:bodyPr vert="horz"/>
          <a:lstStyle/>
          <a:p>
            <a:pPr lvl="0">
              <a:buSzPct val="45000"/>
              <a:buFont typeface="StarSymbol"/>
              <a:buChar char="●"/>
            </a:pPr>
            <a:r>
              <a:rPr lang="en-GB"/>
              <a:t>We call a function by using that functions name, followed by a pair of brackets, that contain a list of the required arguments</a:t>
            </a:r>
          </a:p>
          <a:p>
            <a:pPr lvl="0">
              <a:buSzPct val="45000"/>
              <a:buFont typeface="StarSymbol"/>
              <a:buChar char="●"/>
            </a:pPr>
            <a:r>
              <a:rPr lang="en-GB"/>
              <a:t>When we call a function, we say that control has passed to that function</a:t>
            </a:r>
          </a:p>
          <a:p>
            <a:pPr lvl="0">
              <a:buSzPct val="45000"/>
              <a:buFont typeface="StarSymbol"/>
              <a:buChar char="●"/>
            </a:pPr>
            <a:r>
              <a:rPr lang="en-GB"/>
              <a:t>It retains control until it completes, or returns a value</a:t>
            </a:r>
          </a:p>
        </p:txBody>
      </p:sp>
      <p:pic>
        <p:nvPicPr>
          <p:cNvPr id="4" name="Picture 3">
            <a:extLst>
              <a:ext uri="{FF2B5EF4-FFF2-40B4-BE49-F238E27FC236}">
                <a16:creationId xmlns:a16="http://schemas.microsoft.com/office/drawing/2014/main" id="{C9AA9653-D79B-4A53-86C2-62704DC37440}"/>
              </a:ext>
            </a:extLst>
          </p:cNvPr>
          <p:cNvPicPr>
            <a:picLocks noChangeAspect="1"/>
          </p:cNvPicPr>
          <p:nvPr/>
        </p:nvPicPr>
        <p:blipFill>
          <a:blip r:embed="rId3">
            <a:lum/>
            <a:alphaModFix/>
          </a:blip>
          <a:srcRect/>
          <a:stretch>
            <a:fillRect/>
          </a:stretch>
        </p:blipFill>
        <p:spPr>
          <a:xfrm>
            <a:off x="7020000" y="2120040"/>
            <a:ext cx="2476080" cy="2559960"/>
          </a:xfrm>
          <a:prstGeom prst="rect">
            <a:avLst/>
          </a:prstGeom>
          <a:noFill/>
          <a:ln>
            <a:noFill/>
          </a:ln>
        </p:spPr>
      </p:pic>
      <p:sp>
        <p:nvSpPr>
          <p:cNvPr id="5" name="Freeform: Shape 4">
            <a:extLst>
              <a:ext uri="{FF2B5EF4-FFF2-40B4-BE49-F238E27FC236}">
                <a16:creationId xmlns:a16="http://schemas.microsoft.com/office/drawing/2014/main" id="{D9303A57-E844-425C-B4E5-2E2BB8CAD3CB}"/>
              </a:ext>
            </a:extLst>
          </p:cNvPr>
          <p:cNvSpPr/>
          <p:nvPr/>
        </p:nvSpPr>
        <p:spPr>
          <a:xfrm>
            <a:off x="6840000" y="3960000"/>
            <a:ext cx="2340000" cy="54000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noFill/>
          <a:ln w="18000">
            <a:solidFill>
              <a:srgbClr val="FF0000"/>
            </a:solidFill>
            <a:prstDash val="solid"/>
          </a:ln>
        </p:spPr>
        <p:txBody>
          <a:bodyPr vert="horz" wrap="none" lIns="90000" tIns="45000" rIns="90000" bIns="45000" anchor="ctr" anchorCtr="0" compatLnSpc="0">
            <a:noAutofit/>
          </a:bodyPr>
          <a:lstStyle/>
          <a:p>
            <a:pPr marL="0" marR="0" lvl="0" indent="0" algn="ctr" rtl="0" hangingPunct="0">
              <a:lnSpc>
                <a:spcPct val="100000"/>
              </a:lnSpc>
              <a:spcBef>
                <a:spcPts val="0"/>
              </a:spcBef>
              <a:spcAft>
                <a:spcPts val="0"/>
              </a:spcAft>
              <a:buNone/>
              <a:tabLst/>
            </a:pPr>
            <a:endParaRPr lang="en-GB" sz="1800" b="0" i="0" u="none" strike="noStrike" kern="1200" cap="none">
              <a:ln>
                <a:noFill/>
              </a:ln>
              <a:solidFill>
                <a:srgbClr val="000000"/>
              </a:solidFill>
              <a:latin typeface="Liberation Sans" pitchFamily="18"/>
              <a:ea typeface="DejaVu Sans" pitchFamily="2"/>
              <a:cs typeface="DejaVu Sans" pitchFamily="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69A91-BF56-4588-A565-70852A4F03B6}"/>
              </a:ext>
            </a:extLst>
          </p:cNvPr>
          <p:cNvSpPr txBox="1">
            <a:spLocks noGrp="1"/>
          </p:cNvSpPr>
          <p:nvPr>
            <p:ph type="title" idx="4294967295"/>
          </p:nvPr>
        </p:nvSpPr>
        <p:spPr/>
        <p:txBody>
          <a:bodyPr vert="horz"/>
          <a:lstStyle/>
          <a:p>
            <a:pPr lvl="0"/>
            <a:r>
              <a:rPr lang="en-GB"/>
              <a:t>Control Flow</a:t>
            </a:r>
          </a:p>
        </p:txBody>
      </p:sp>
      <p:sp>
        <p:nvSpPr>
          <p:cNvPr id="3" name="Text Placeholder 2">
            <a:extLst>
              <a:ext uri="{FF2B5EF4-FFF2-40B4-BE49-F238E27FC236}">
                <a16:creationId xmlns:a16="http://schemas.microsoft.com/office/drawing/2014/main" id="{77CEDFA5-0F5F-48F3-8AF0-7F859D45A540}"/>
              </a:ext>
            </a:extLst>
          </p:cNvPr>
          <p:cNvSpPr txBox="1">
            <a:spLocks noGrp="1"/>
          </p:cNvSpPr>
          <p:nvPr>
            <p:ph type="body" idx="4294967295"/>
          </p:nvPr>
        </p:nvSpPr>
        <p:spPr>
          <a:xfrm>
            <a:off x="503999" y="1620000"/>
            <a:ext cx="6336000" cy="2994840"/>
          </a:xfrm>
        </p:spPr>
        <p:txBody>
          <a:bodyPr vert="horz"/>
          <a:lstStyle/>
          <a:p>
            <a:pPr lvl="0">
              <a:buSzPct val="45000"/>
              <a:buFont typeface="StarSymbol"/>
              <a:buChar char="●"/>
            </a:pPr>
            <a:r>
              <a:rPr lang="en-GB"/>
              <a:t>We call a function by using that functions name, followed by a pair of brackets, that contain a list of the required arguments</a:t>
            </a:r>
          </a:p>
          <a:p>
            <a:pPr lvl="0">
              <a:buSzPct val="45000"/>
              <a:buFont typeface="StarSymbol"/>
              <a:buChar char="●"/>
            </a:pPr>
            <a:r>
              <a:rPr lang="en-GB"/>
              <a:t>When we call a function, we say that control has passed to that function</a:t>
            </a:r>
          </a:p>
          <a:p>
            <a:pPr lvl="0">
              <a:buSzPct val="45000"/>
              <a:buFont typeface="StarSymbol"/>
              <a:buChar char="●"/>
            </a:pPr>
            <a:r>
              <a:rPr lang="en-GB"/>
              <a:t>It retains control until it completes, or returns a value</a:t>
            </a:r>
          </a:p>
        </p:txBody>
      </p:sp>
      <p:pic>
        <p:nvPicPr>
          <p:cNvPr id="4" name="Picture 3">
            <a:extLst>
              <a:ext uri="{FF2B5EF4-FFF2-40B4-BE49-F238E27FC236}">
                <a16:creationId xmlns:a16="http://schemas.microsoft.com/office/drawing/2014/main" id="{3C131CF1-F183-4D6A-887F-D6497E139074}"/>
              </a:ext>
            </a:extLst>
          </p:cNvPr>
          <p:cNvPicPr>
            <a:picLocks noChangeAspect="1"/>
          </p:cNvPicPr>
          <p:nvPr/>
        </p:nvPicPr>
        <p:blipFill>
          <a:blip r:embed="rId3">
            <a:lum/>
            <a:alphaModFix/>
          </a:blip>
          <a:srcRect/>
          <a:stretch>
            <a:fillRect/>
          </a:stretch>
        </p:blipFill>
        <p:spPr>
          <a:xfrm>
            <a:off x="7020000" y="2120040"/>
            <a:ext cx="2476080" cy="2559960"/>
          </a:xfrm>
          <a:prstGeom prst="rect">
            <a:avLst/>
          </a:prstGeom>
          <a:noFill/>
          <a:ln>
            <a:noFill/>
          </a:ln>
        </p:spPr>
      </p:pic>
      <p:sp>
        <p:nvSpPr>
          <p:cNvPr id="5" name="Freeform: Shape 4">
            <a:extLst>
              <a:ext uri="{FF2B5EF4-FFF2-40B4-BE49-F238E27FC236}">
                <a16:creationId xmlns:a16="http://schemas.microsoft.com/office/drawing/2014/main" id="{371A92D7-3913-4146-85CB-BAD9A27424F4}"/>
              </a:ext>
            </a:extLst>
          </p:cNvPr>
          <p:cNvSpPr/>
          <p:nvPr/>
        </p:nvSpPr>
        <p:spPr>
          <a:xfrm>
            <a:off x="6660000" y="1980000"/>
            <a:ext cx="3060000" cy="72000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noFill/>
          <a:ln w="18000">
            <a:solidFill>
              <a:srgbClr val="FF0000"/>
            </a:solidFill>
            <a:prstDash val="solid"/>
          </a:ln>
        </p:spPr>
        <p:txBody>
          <a:bodyPr vert="horz" wrap="none" lIns="90000" tIns="45000" rIns="90000" bIns="45000" anchor="ctr" anchorCtr="0" compatLnSpc="0">
            <a:noAutofit/>
          </a:bodyPr>
          <a:lstStyle/>
          <a:p>
            <a:pPr marL="0" marR="0" lvl="0" indent="0" algn="ctr" rtl="0" hangingPunct="0">
              <a:lnSpc>
                <a:spcPct val="100000"/>
              </a:lnSpc>
              <a:spcBef>
                <a:spcPts val="0"/>
              </a:spcBef>
              <a:spcAft>
                <a:spcPts val="0"/>
              </a:spcAft>
              <a:buNone/>
              <a:tabLst/>
            </a:pPr>
            <a:endParaRPr lang="en-GB" sz="1800" b="0" i="0" u="none" strike="noStrike" kern="1200" cap="none">
              <a:ln>
                <a:noFill/>
              </a:ln>
              <a:solidFill>
                <a:srgbClr val="000000"/>
              </a:solidFill>
              <a:latin typeface="Liberation Sans" pitchFamily="18"/>
              <a:ea typeface="DejaVu Sans" pitchFamily="2"/>
              <a:cs typeface="DejaVu Sans" pitchFamily="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E8CA1-9FBE-40BB-B13A-1CCA43CA7F71}"/>
              </a:ext>
            </a:extLst>
          </p:cNvPr>
          <p:cNvSpPr txBox="1">
            <a:spLocks noGrp="1"/>
          </p:cNvSpPr>
          <p:nvPr>
            <p:ph type="title" idx="4294967295"/>
          </p:nvPr>
        </p:nvSpPr>
        <p:spPr/>
        <p:txBody>
          <a:bodyPr vert="horz"/>
          <a:lstStyle/>
          <a:p>
            <a:pPr lvl="0"/>
            <a:r>
              <a:rPr lang="en-GB"/>
              <a:t>Control Flow</a:t>
            </a:r>
          </a:p>
        </p:txBody>
      </p:sp>
      <p:sp>
        <p:nvSpPr>
          <p:cNvPr id="3" name="Text Placeholder 2">
            <a:extLst>
              <a:ext uri="{FF2B5EF4-FFF2-40B4-BE49-F238E27FC236}">
                <a16:creationId xmlns:a16="http://schemas.microsoft.com/office/drawing/2014/main" id="{B484EA57-431B-4332-A7E9-3D351279520D}"/>
              </a:ext>
            </a:extLst>
          </p:cNvPr>
          <p:cNvSpPr txBox="1">
            <a:spLocks noGrp="1"/>
          </p:cNvSpPr>
          <p:nvPr>
            <p:ph type="body" idx="4294967295"/>
          </p:nvPr>
        </p:nvSpPr>
        <p:spPr>
          <a:xfrm>
            <a:off x="503999" y="1620000"/>
            <a:ext cx="6336000" cy="2994840"/>
          </a:xfrm>
        </p:spPr>
        <p:txBody>
          <a:bodyPr vert="horz"/>
          <a:lstStyle/>
          <a:p>
            <a:pPr lvl="0">
              <a:buSzPct val="45000"/>
              <a:buFont typeface="StarSymbol"/>
              <a:buChar char="●"/>
            </a:pPr>
            <a:r>
              <a:rPr lang="en-GB"/>
              <a:t>We call a function by using that functions name, followed by a pair of brackets, that contain a list of the required arguments</a:t>
            </a:r>
          </a:p>
          <a:p>
            <a:pPr lvl="0">
              <a:buSzPct val="45000"/>
              <a:buFont typeface="StarSymbol"/>
              <a:buChar char="●"/>
            </a:pPr>
            <a:r>
              <a:rPr lang="en-GB"/>
              <a:t>When we call a function, we say that control has passed to that function</a:t>
            </a:r>
          </a:p>
          <a:p>
            <a:pPr lvl="0">
              <a:buSzPct val="45000"/>
              <a:buFont typeface="StarSymbol"/>
              <a:buChar char="●"/>
            </a:pPr>
            <a:r>
              <a:rPr lang="en-GB"/>
              <a:t>It retains control until it completes, or returns a value</a:t>
            </a:r>
          </a:p>
        </p:txBody>
      </p:sp>
      <p:pic>
        <p:nvPicPr>
          <p:cNvPr id="4" name="Picture 3">
            <a:extLst>
              <a:ext uri="{FF2B5EF4-FFF2-40B4-BE49-F238E27FC236}">
                <a16:creationId xmlns:a16="http://schemas.microsoft.com/office/drawing/2014/main" id="{D513F159-EE9A-4098-B9BC-5152C6F05B2E}"/>
              </a:ext>
            </a:extLst>
          </p:cNvPr>
          <p:cNvPicPr>
            <a:picLocks noChangeAspect="1"/>
          </p:cNvPicPr>
          <p:nvPr/>
        </p:nvPicPr>
        <p:blipFill>
          <a:blip r:embed="rId3">
            <a:lum/>
            <a:alphaModFix/>
          </a:blip>
          <a:srcRect/>
          <a:stretch>
            <a:fillRect/>
          </a:stretch>
        </p:blipFill>
        <p:spPr>
          <a:xfrm>
            <a:off x="7020000" y="2120040"/>
            <a:ext cx="2476080" cy="2559960"/>
          </a:xfrm>
          <a:prstGeom prst="rect">
            <a:avLst/>
          </a:prstGeom>
          <a:noFill/>
          <a:ln>
            <a:noFill/>
          </a:ln>
        </p:spPr>
      </p:pic>
      <p:sp>
        <p:nvSpPr>
          <p:cNvPr id="5" name="Freeform: Shape 4">
            <a:extLst>
              <a:ext uri="{FF2B5EF4-FFF2-40B4-BE49-F238E27FC236}">
                <a16:creationId xmlns:a16="http://schemas.microsoft.com/office/drawing/2014/main" id="{77F26CF4-12EC-408B-A914-AFC22BD02DBB}"/>
              </a:ext>
            </a:extLst>
          </p:cNvPr>
          <p:cNvSpPr/>
          <p:nvPr/>
        </p:nvSpPr>
        <p:spPr>
          <a:xfrm>
            <a:off x="6840000" y="2700000"/>
            <a:ext cx="2880000" cy="72000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noFill/>
          <a:ln w="18000">
            <a:solidFill>
              <a:srgbClr val="FF0000"/>
            </a:solidFill>
            <a:prstDash val="solid"/>
          </a:ln>
        </p:spPr>
        <p:txBody>
          <a:bodyPr vert="horz" wrap="none" lIns="90000" tIns="45000" rIns="90000" bIns="45000" anchor="ctr" anchorCtr="0" compatLnSpc="0">
            <a:noAutofit/>
          </a:bodyPr>
          <a:lstStyle/>
          <a:p>
            <a:pPr marL="0" marR="0" lvl="0" indent="0" algn="ctr" rtl="0" hangingPunct="0">
              <a:lnSpc>
                <a:spcPct val="100000"/>
              </a:lnSpc>
              <a:spcBef>
                <a:spcPts val="0"/>
              </a:spcBef>
              <a:spcAft>
                <a:spcPts val="0"/>
              </a:spcAft>
              <a:buNone/>
              <a:tabLst/>
            </a:pPr>
            <a:endParaRPr lang="en-GB" sz="1800" b="0" i="0" u="none" strike="noStrike" kern="1200" cap="none">
              <a:ln>
                <a:noFill/>
              </a:ln>
              <a:solidFill>
                <a:srgbClr val="000000"/>
              </a:solidFill>
              <a:latin typeface="Liberation Sans" pitchFamily="18"/>
              <a:ea typeface="DejaVu Sans" pitchFamily="2"/>
              <a:cs typeface="DejaVu Sans" pitchFamily="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106DA-91A1-4F3A-8A77-6F52D9DC0E23}"/>
              </a:ext>
            </a:extLst>
          </p:cNvPr>
          <p:cNvSpPr txBox="1">
            <a:spLocks noGrp="1"/>
          </p:cNvSpPr>
          <p:nvPr>
            <p:ph type="title" idx="4294967295"/>
          </p:nvPr>
        </p:nvSpPr>
        <p:spPr/>
        <p:txBody>
          <a:bodyPr vert="horz"/>
          <a:lstStyle/>
          <a:p>
            <a:pPr lvl="0"/>
            <a:r>
              <a:rPr lang="en-GB"/>
              <a:t>Control Flow</a:t>
            </a:r>
          </a:p>
        </p:txBody>
      </p:sp>
      <p:sp>
        <p:nvSpPr>
          <p:cNvPr id="3" name="Text Placeholder 2">
            <a:extLst>
              <a:ext uri="{FF2B5EF4-FFF2-40B4-BE49-F238E27FC236}">
                <a16:creationId xmlns:a16="http://schemas.microsoft.com/office/drawing/2014/main" id="{F209B74A-40E0-4E03-95F1-8E36208C0949}"/>
              </a:ext>
            </a:extLst>
          </p:cNvPr>
          <p:cNvSpPr txBox="1">
            <a:spLocks noGrp="1"/>
          </p:cNvSpPr>
          <p:nvPr>
            <p:ph type="body" idx="4294967295"/>
          </p:nvPr>
        </p:nvSpPr>
        <p:spPr>
          <a:xfrm>
            <a:off x="503999" y="1620000"/>
            <a:ext cx="6336000" cy="2994840"/>
          </a:xfrm>
        </p:spPr>
        <p:txBody>
          <a:bodyPr vert="horz"/>
          <a:lstStyle/>
          <a:p>
            <a:pPr lvl="0">
              <a:buSzPct val="45000"/>
              <a:buFont typeface="StarSymbol"/>
              <a:buChar char="●"/>
            </a:pPr>
            <a:r>
              <a:rPr lang="en-GB"/>
              <a:t>We call a function by using that functions name, followed by a pair of brackets, that contain a list of the required arguments</a:t>
            </a:r>
          </a:p>
          <a:p>
            <a:pPr lvl="0">
              <a:buSzPct val="45000"/>
              <a:buFont typeface="StarSymbol"/>
              <a:buChar char="●"/>
            </a:pPr>
            <a:r>
              <a:rPr lang="en-GB"/>
              <a:t>When we call a function, we say that control has passed to that function</a:t>
            </a:r>
          </a:p>
          <a:p>
            <a:pPr lvl="0">
              <a:buSzPct val="45000"/>
              <a:buFont typeface="StarSymbol"/>
              <a:buChar char="●"/>
            </a:pPr>
            <a:r>
              <a:rPr lang="en-GB"/>
              <a:t>It retains control until it completes, or returns a value</a:t>
            </a:r>
          </a:p>
        </p:txBody>
      </p:sp>
      <p:pic>
        <p:nvPicPr>
          <p:cNvPr id="4" name="Picture 3">
            <a:extLst>
              <a:ext uri="{FF2B5EF4-FFF2-40B4-BE49-F238E27FC236}">
                <a16:creationId xmlns:a16="http://schemas.microsoft.com/office/drawing/2014/main" id="{61E2728A-E025-48B7-B9EE-2F1E23594B06}"/>
              </a:ext>
            </a:extLst>
          </p:cNvPr>
          <p:cNvPicPr>
            <a:picLocks noChangeAspect="1"/>
          </p:cNvPicPr>
          <p:nvPr/>
        </p:nvPicPr>
        <p:blipFill>
          <a:blip r:embed="rId3">
            <a:lum/>
            <a:alphaModFix/>
          </a:blip>
          <a:srcRect/>
          <a:stretch>
            <a:fillRect/>
          </a:stretch>
        </p:blipFill>
        <p:spPr>
          <a:xfrm>
            <a:off x="7020000" y="2120040"/>
            <a:ext cx="2476080" cy="2559960"/>
          </a:xfrm>
          <a:prstGeom prst="rect">
            <a:avLst/>
          </a:prstGeom>
          <a:noFill/>
          <a:ln>
            <a:noFill/>
          </a:ln>
        </p:spPr>
      </p:pic>
      <p:sp>
        <p:nvSpPr>
          <p:cNvPr id="5" name="Freeform: Shape 4">
            <a:extLst>
              <a:ext uri="{FF2B5EF4-FFF2-40B4-BE49-F238E27FC236}">
                <a16:creationId xmlns:a16="http://schemas.microsoft.com/office/drawing/2014/main" id="{96621C15-29E5-4838-9125-16FC4AFE5EED}"/>
              </a:ext>
            </a:extLst>
          </p:cNvPr>
          <p:cNvSpPr/>
          <p:nvPr/>
        </p:nvSpPr>
        <p:spPr>
          <a:xfrm>
            <a:off x="6840000" y="3420000"/>
            <a:ext cx="2880000" cy="54000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noFill/>
          <a:ln w="18000">
            <a:solidFill>
              <a:srgbClr val="FF0000"/>
            </a:solidFill>
            <a:prstDash val="solid"/>
          </a:ln>
        </p:spPr>
        <p:txBody>
          <a:bodyPr vert="horz" wrap="none" lIns="90000" tIns="45000" rIns="90000" bIns="45000" anchor="ctr" anchorCtr="0" compatLnSpc="0">
            <a:noAutofit/>
          </a:bodyPr>
          <a:lstStyle/>
          <a:p>
            <a:pPr marL="0" marR="0" lvl="0" indent="0" algn="ctr" rtl="0" hangingPunct="0">
              <a:lnSpc>
                <a:spcPct val="100000"/>
              </a:lnSpc>
              <a:spcBef>
                <a:spcPts val="0"/>
              </a:spcBef>
              <a:spcAft>
                <a:spcPts val="0"/>
              </a:spcAft>
              <a:buNone/>
              <a:tabLst/>
            </a:pPr>
            <a:endParaRPr lang="en-GB" sz="1800" b="0" i="0" u="none" strike="noStrike" kern="1200" cap="none">
              <a:ln>
                <a:noFill/>
              </a:ln>
              <a:solidFill>
                <a:srgbClr val="000000"/>
              </a:solidFill>
              <a:latin typeface="Liberation Sans" pitchFamily="18"/>
              <a:ea typeface="DejaVu Sans" pitchFamily="2"/>
              <a:cs typeface="DejaVu Sans" pitchFamily="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62A3B-8F82-4748-BEA4-D42DDF396181}"/>
              </a:ext>
            </a:extLst>
          </p:cNvPr>
          <p:cNvSpPr txBox="1">
            <a:spLocks noGrp="1"/>
          </p:cNvSpPr>
          <p:nvPr>
            <p:ph type="title" idx="4294967295"/>
          </p:nvPr>
        </p:nvSpPr>
        <p:spPr/>
        <p:txBody>
          <a:bodyPr vert="horz"/>
          <a:lstStyle/>
          <a:p>
            <a:pPr lvl="0"/>
            <a:r>
              <a:rPr lang="en-GB"/>
              <a:t>Control Flow</a:t>
            </a:r>
          </a:p>
        </p:txBody>
      </p:sp>
      <p:sp>
        <p:nvSpPr>
          <p:cNvPr id="3" name="Text Placeholder 2">
            <a:extLst>
              <a:ext uri="{FF2B5EF4-FFF2-40B4-BE49-F238E27FC236}">
                <a16:creationId xmlns:a16="http://schemas.microsoft.com/office/drawing/2014/main" id="{4A27B7D2-BDF8-4718-98E7-D275F65BF372}"/>
              </a:ext>
            </a:extLst>
          </p:cNvPr>
          <p:cNvSpPr txBox="1">
            <a:spLocks noGrp="1"/>
          </p:cNvSpPr>
          <p:nvPr>
            <p:ph type="body" idx="4294967295"/>
          </p:nvPr>
        </p:nvSpPr>
        <p:spPr>
          <a:xfrm>
            <a:off x="503999" y="1620000"/>
            <a:ext cx="6336000" cy="2994840"/>
          </a:xfrm>
        </p:spPr>
        <p:txBody>
          <a:bodyPr vert="horz"/>
          <a:lstStyle/>
          <a:p>
            <a:pPr lvl="0">
              <a:buSzPct val="45000"/>
              <a:buFont typeface="StarSymbol"/>
              <a:buChar char="●"/>
            </a:pPr>
            <a:r>
              <a:rPr lang="en-GB"/>
              <a:t>We call a function by using that functions name, followed by a pair of brackets, that contain a list of the required arguments</a:t>
            </a:r>
          </a:p>
          <a:p>
            <a:pPr lvl="0">
              <a:buSzPct val="45000"/>
              <a:buFont typeface="StarSymbol"/>
              <a:buChar char="●"/>
            </a:pPr>
            <a:r>
              <a:rPr lang="en-GB"/>
              <a:t>When we call a function, we say that control has passed to that function</a:t>
            </a:r>
          </a:p>
          <a:p>
            <a:pPr lvl="0">
              <a:buSzPct val="45000"/>
              <a:buFont typeface="StarSymbol"/>
              <a:buChar char="●"/>
            </a:pPr>
            <a:r>
              <a:rPr lang="en-GB"/>
              <a:t>It retains control until it completes, or returns a value</a:t>
            </a:r>
          </a:p>
        </p:txBody>
      </p:sp>
      <p:pic>
        <p:nvPicPr>
          <p:cNvPr id="4" name="Picture 3">
            <a:extLst>
              <a:ext uri="{FF2B5EF4-FFF2-40B4-BE49-F238E27FC236}">
                <a16:creationId xmlns:a16="http://schemas.microsoft.com/office/drawing/2014/main" id="{0536F1CD-0CDD-4366-BC8B-DBE3052F7A2F}"/>
              </a:ext>
            </a:extLst>
          </p:cNvPr>
          <p:cNvPicPr>
            <a:picLocks noChangeAspect="1"/>
          </p:cNvPicPr>
          <p:nvPr/>
        </p:nvPicPr>
        <p:blipFill>
          <a:blip r:embed="rId3">
            <a:lum/>
            <a:alphaModFix/>
          </a:blip>
          <a:srcRect/>
          <a:stretch>
            <a:fillRect/>
          </a:stretch>
        </p:blipFill>
        <p:spPr>
          <a:xfrm>
            <a:off x="7020000" y="2120040"/>
            <a:ext cx="2476080" cy="2559960"/>
          </a:xfrm>
          <a:prstGeom prst="rect">
            <a:avLst/>
          </a:prstGeom>
          <a:noFill/>
          <a:ln>
            <a:noFill/>
          </a:ln>
        </p:spPr>
      </p:pic>
      <p:sp>
        <p:nvSpPr>
          <p:cNvPr id="5" name="Freeform: Shape 4">
            <a:extLst>
              <a:ext uri="{FF2B5EF4-FFF2-40B4-BE49-F238E27FC236}">
                <a16:creationId xmlns:a16="http://schemas.microsoft.com/office/drawing/2014/main" id="{4B1E7881-3B2C-43B4-A48A-DACCC9A876A0}"/>
              </a:ext>
            </a:extLst>
          </p:cNvPr>
          <p:cNvSpPr/>
          <p:nvPr/>
        </p:nvSpPr>
        <p:spPr>
          <a:xfrm>
            <a:off x="6840000" y="2700000"/>
            <a:ext cx="2880000" cy="72000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noFill/>
          <a:ln w="18000">
            <a:solidFill>
              <a:srgbClr val="FF0000"/>
            </a:solidFill>
            <a:prstDash val="solid"/>
          </a:ln>
        </p:spPr>
        <p:txBody>
          <a:bodyPr vert="horz" wrap="none" lIns="90000" tIns="45000" rIns="90000" bIns="45000" anchor="ctr" anchorCtr="0" compatLnSpc="0">
            <a:noAutofit/>
          </a:bodyPr>
          <a:lstStyle/>
          <a:p>
            <a:pPr marL="0" marR="0" lvl="0" indent="0" algn="ctr" rtl="0" hangingPunct="0">
              <a:lnSpc>
                <a:spcPct val="100000"/>
              </a:lnSpc>
              <a:spcBef>
                <a:spcPts val="0"/>
              </a:spcBef>
              <a:spcAft>
                <a:spcPts val="0"/>
              </a:spcAft>
              <a:buNone/>
              <a:tabLst/>
            </a:pPr>
            <a:endParaRPr lang="en-GB" sz="1800" b="0" i="0" u="none" strike="noStrike" kern="1200" cap="none">
              <a:ln>
                <a:noFill/>
              </a:ln>
              <a:solidFill>
                <a:srgbClr val="000000"/>
              </a:solidFill>
              <a:latin typeface="Liberation Sans" pitchFamily="18"/>
              <a:ea typeface="DejaVu Sans" pitchFamily="2"/>
              <a:cs typeface="DejaVu Sans" pitchFamily="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CB6D1-779E-42C4-BF0E-6EAB6E44D977}"/>
              </a:ext>
            </a:extLst>
          </p:cNvPr>
          <p:cNvSpPr txBox="1">
            <a:spLocks noGrp="1"/>
          </p:cNvSpPr>
          <p:nvPr>
            <p:ph type="title" idx="4294967295"/>
          </p:nvPr>
        </p:nvSpPr>
        <p:spPr/>
        <p:txBody>
          <a:bodyPr vert="horz"/>
          <a:lstStyle/>
          <a:p>
            <a:pPr lvl="0"/>
            <a:r>
              <a:rPr lang="en-GB"/>
              <a:t>Control Flow</a:t>
            </a:r>
          </a:p>
        </p:txBody>
      </p:sp>
      <p:sp>
        <p:nvSpPr>
          <p:cNvPr id="3" name="Text Placeholder 2">
            <a:extLst>
              <a:ext uri="{FF2B5EF4-FFF2-40B4-BE49-F238E27FC236}">
                <a16:creationId xmlns:a16="http://schemas.microsoft.com/office/drawing/2014/main" id="{11B24DCA-54D2-4F03-B42C-ED84E1AEEF00}"/>
              </a:ext>
            </a:extLst>
          </p:cNvPr>
          <p:cNvSpPr txBox="1">
            <a:spLocks noGrp="1"/>
          </p:cNvSpPr>
          <p:nvPr>
            <p:ph type="body" idx="4294967295"/>
          </p:nvPr>
        </p:nvSpPr>
        <p:spPr>
          <a:xfrm>
            <a:off x="503999" y="1620000"/>
            <a:ext cx="6336000" cy="2994840"/>
          </a:xfrm>
        </p:spPr>
        <p:txBody>
          <a:bodyPr vert="horz"/>
          <a:lstStyle/>
          <a:p>
            <a:pPr lvl="0">
              <a:buSzPct val="45000"/>
              <a:buFont typeface="StarSymbol"/>
              <a:buChar char="●"/>
            </a:pPr>
            <a:r>
              <a:rPr lang="en-GB"/>
              <a:t>We call a function by using that functions name, followed by a pair of brackets, that contain a list of the required arguments</a:t>
            </a:r>
          </a:p>
          <a:p>
            <a:pPr lvl="0">
              <a:buSzPct val="45000"/>
              <a:buFont typeface="StarSymbol"/>
              <a:buChar char="●"/>
            </a:pPr>
            <a:r>
              <a:rPr lang="en-GB"/>
              <a:t>When we call a function, we say that control has passed to that function</a:t>
            </a:r>
          </a:p>
          <a:p>
            <a:pPr lvl="0">
              <a:buSzPct val="45000"/>
              <a:buFont typeface="StarSymbol"/>
              <a:buChar char="●"/>
            </a:pPr>
            <a:r>
              <a:rPr lang="en-GB"/>
              <a:t>It retains control until it completes, or returns a value</a:t>
            </a:r>
          </a:p>
        </p:txBody>
      </p:sp>
      <p:pic>
        <p:nvPicPr>
          <p:cNvPr id="4" name="Picture 3">
            <a:extLst>
              <a:ext uri="{FF2B5EF4-FFF2-40B4-BE49-F238E27FC236}">
                <a16:creationId xmlns:a16="http://schemas.microsoft.com/office/drawing/2014/main" id="{5D02D9C1-BDB8-46F2-A218-46F2D288DF4C}"/>
              </a:ext>
            </a:extLst>
          </p:cNvPr>
          <p:cNvPicPr>
            <a:picLocks noChangeAspect="1"/>
          </p:cNvPicPr>
          <p:nvPr/>
        </p:nvPicPr>
        <p:blipFill>
          <a:blip r:embed="rId3">
            <a:lum/>
            <a:alphaModFix/>
          </a:blip>
          <a:srcRect/>
          <a:stretch>
            <a:fillRect/>
          </a:stretch>
        </p:blipFill>
        <p:spPr>
          <a:xfrm>
            <a:off x="7020000" y="2120040"/>
            <a:ext cx="2476080" cy="2559960"/>
          </a:xfrm>
          <a:prstGeom prst="rect">
            <a:avLst/>
          </a:prstGeom>
          <a:noFill/>
          <a:ln>
            <a:noFill/>
          </a:ln>
        </p:spPr>
      </p:pic>
      <p:sp>
        <p:nvSpPr>
          <p:cNvPr id="5" name="Freeform: Shape 4">
            <a:extLst>
              <a:ext uri="{FF2B5EF4-FFF2-40B4-BE49-F238E27FC236}">
                <a16:creationId xmlns:a16="http://schemas.microsoft.com/office/drawing/2014/main" id="{D4D8FFA6-0FBB-4025-9F2D-C16775AC636F}"/>
              </a:ext>
            </a:extLst>
          </p:cNvPr>
          <p:cNvSpPr/>
          <p:nvPr/>
        </p:nvSpPr>
        <p:spPr>
          <a:xfrm>
            <a:off x="6660000" y="1980000"/>
            <a:ext cx="3060000" cy="72000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noFill/>
          <a:ln w="18000">
            <a:solidFill>
              <a:srgbClr val="FF0000"/>
            </a:solidFill>
            <a:prstDash val="solid"/>
          </a:ln>
        </p:spPr>
        <p:txBody>
          <a:bodyPr vert="horz" wrap="none" lIns="90000" tIns="45000" rIns="90000" bIns="45000" anchor="ctr" anchorCtr="0" compatLnSpc="0">
            <a:noAutofit/>
          </a:bodyPr>
          <a:lstStyle/>
          <a:p>
            <a:pPr marL="0" marR="0" lvl="0" indent="0" algn="ctr" rtl="0" hangingPunct="0">
              <a:lnSpc>
                <a:spcPct val="100000"/>
              </a:lnSpc>
              <a:spcBef>
                <a:spcPts val="0"/>
              </a:spcBef>
              <a:spcAft>
                <a:spcPts val="0"/>
              </a:spcAft>
              <a:buNone/>
              <a:tabLst/>
            </a:pPr>
            <a:endParaRPr lang="en-GB" sz="1800" b="0" i="0" u="none" strike="noStrike" kern="1200" cap="none">
              <a:ln>
                <a:noFill/>
              </a:ln>
              <a:solidFill>
                <a:srgbClr val="000000"/>
              </a:solidFill>
              <a:latin typeface="Liberation Sans" pitchFamily="18"/>
              <a:ea typeface="DejaVu Sans" pitchFamily="2"/>
              <a:cs typeface="DejaVu Sans" pitchFamily="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DC761-9354-46D8-8203-FE0C95874B52}"/>
              </a:ext>
            </a:extLst>
          </p:cNvPr>
          <p:cNvSpPr txBox="1">
            <a:spLocks noGrp="1"/>
          </p:cNvSpPr>
          <p:nvPr>
            <p:ph type="title" idx="4294967295"/>
          </p:nvPr>
        </p:nvSpPr>
        <p:spPr/>
        <p:txBody>
          <a:bodyPr vert="horz"/>
          <a:lstStyle/>
          <a:p>
            <a:pPr lvl="0"/>
            <a:r>
              <a:rPr lang="en-GB"/>
              <a:t>Control Flow</a:t>
            </a:r>
          </a:p>
        </p:txBody>
      </p:sp>
      <p:sp>
        <p:nvSpPr>
          <p:cNvPr id="3" name="Text Placeholder 2">
            <a:extLst>
              <a:ext uri="{FF2B5EF4-FFF2-40B4-BE49-F238E27FC236}">
                <a16:creationId xmlns:a16="http://schemas.microsoft.com/office/drawing/2014/main" id="{1B3F096F-9077-4609-A386-B2BFD426B746}"/>
              </a:ext>
            </a:extLst>
          </p:cNvPr>
          <p:cNvSpPr txBox="1">
            <a:spLocks noGrp="1"/>
          </p:cNvSpPr>
          <p:nvPr>
            <p:ph type="body" idx="4294967295"/>
          </p:nvPr>
        </p:nvSpPr>
        <p:spPr>
          <a:xfrm>
            <a:off x="503999" y="1620000"/>
            <a:ext cx="6336000" cy="2994840"/>
          </a:xfrm>
        </p:spPr>
        <p:txBody>
          <a:bodyPr vert="horz"/>
          <a:lstStyle/>
          <a:p>
            <a:pPr lvl="0">
              <a:buSzPct val="45000"/>
              <a:buFont typeface="StarSymbol"/>
              <a:buChar char="●"/>
            </a:pPr>
            <a:r>
              <a:rPr lang="en-GB"/>
              <a:t>We call a function by using that functions name, followed by a pair of brackets, that contain a list of the required arguments</a:t>
            </a:r>
          </a:p>
          <a:p>
            <a:pPr lvl="0">
              <a:buSzPct val="45000"/>
              <a:buFont typeface="StarSymbol"/>
              <a:buChar char="●"/>
            </a:pPr>
            <a:r>
              <a:rPr lang="en-GB"/>
              <a:t>When we call a function, we say that control has passed to that function</a:t>
            </a:r>
          </a:p>
          <a:p>
            <a:pPr lvl="0">
              <a:buSzPct val="45000"/>
              <a:buFont typeface="StarSymbol"/>
              <a:buChar char="●"/>
            </a:pPr>
            <a:r>
              <a:rPr lang="en-GB"/>
              <a:t>It retains control until it completes, or returns a value</a:t>
            </a:r>
          </a:p>
        </p:txBody>
      </p:sp>
      <p:pic>
        <p:nvPicPr>
          <p:cNvPr id="4" name="Picture 3">
            <a:extLst>
              <a:ext uri="{FF2B5EF4-FFF2-40B4-BE49-F238E27FC236}">
                <a16:creationId xmlns:a16="http://schemas.microsoft.com/office/drawing/2014/main" id="{74E689E6-B2AB-466D-9603-8CE878FC8D46}"/>
              </a:ext>
            </a:extLst>
          </p:cNvPr>
          <p:cNvPicPr>
            <a:picLocks noChangeAspect="1"/>
          </p:cNvPicPr>
          <p:nvPr/>
        </p:nvPicPr>
        <p:blipFill>
          <a:blip r:embed="rId3">
            <a:lum/>
            <a:alphaModFix/>
          </a:blip>
          <a:srcRect/>
          <a:stretch>
            <a:fillRect/>
          </a:stretch>
        </p:blipFill>
        <p:spPr>
          <a:xfrm>
            <a:off x="7020000" y="2120040"/>
            <a:ext cx="2476080" cy="2559960"/>
          </a:xfrm>
          <a:prstGeom prst="rect">
            <a:avLst/>
          </a:prstGeom>
          <a:noFill/>
          <a:ln>
            <a:noFill/>
          </a:ln>
        </p:spPr>
      </p:pic>
      <p:sp>
        <p:nvSpPr>
          <p:cNvPr id="5" name="Freeform: Shape 4">
            <a:extLst>
              <a:ext uri="{FF2B5EF4-FFF2-40B4-BE49-F238E27FC236}">
                <a16:creationId xmlns:a16="http://schemas.microsoft.com/office/drawing/2014/main" id="{BF05C64F-9497-427B-8DAD-CB029E009F1B}"/>
              </a:ext>
            </a:extLst>
          </p:cNvPr>
          <p:cNvSpPr/>
          <p:nvPr/>
        </p:nvSpPr>
        <p:spPr>
          <a:xfrm>
            <a:off x="6840000" y="3960000"/>
            <a:ext cx="2340000" cy="540000"/>
          </a:xfrm>
          <a:custGeom>
            <a:avLst/>
            <a:gdLst>
              <a:gd name="f0" fmla="val 10800000"/>
              <a:gd name="f1" fmla="val 5400000"/>
              <a:gd name="f2" fmla="val 180"/>
              <a:gd name="f3" fmla="val w"/>
              <a:gd name="f4" fmla="val h"/>
              <a:gd name="f5" fmla="*/ 5419351 1 1725033"/>
              <a:gd name="f6" fmla="*/ 10800 10800 1"/>
              <a:gd name="f7" fmla="+- 0 0 0"/>
              <a:gd name="f8" fmla="+- 0 0 360"/>
              <a:gd name="f9" fmla="val 10800"/>
              <a:gd name="f10" fmla="*/ f3 1 21600"/>
              <a:gd name="f11" fmla="*/ f4 1 21600"/>
              <a:gd name="f12" fmla="*/ 0 f5 1"/>
              <a:gd name="f13" fmla="*/ f7 f0 1"/>
              <a:gd name="f14" fmla="*/ f8 f0 1"/>
              <a:gd name="f15" fmla="*/ 3163 f10 1"/>
              <a:gd name="f16" fmla="*/ 18437 f10 1"/>
              <a:gd name="f17" fmla="*/ 18437 f11 1"/>
              <a:gd name="f18" fmla="*/ 3163 f11 1"/>
              <a:gd name="f19" fmla="*/ f12 1 f2"/>
              <a:gd name="f20" fmla="*/ f13 1 f2"/>
              <a:gd name="f21" fmla="*/ f14 1 f2"/>
              <a:gd name="f22" fmla="*/ 10800 f10 1"/>
              <a:gd name="f23" fmla="*/ 0 f11 1"/>
              <a:gd name="f24" fmla="*/ 0 f10 1"/>
              <a:gd name="f25" fmla="*/ 10800 f11 1"/>
              <a:gd name="f26" fmla="*/ 21600 f11 1"/>
              <a:gd name="f27" fmla="*/ 21600 f10 1"/>
              <a:gd name="f28" fmla="+- 0 0 f19"/>
              <a:gd name="f29" fmla="+- f20 0 f1"/>
              <a:gd name="f30" fmla="+- f21 0 f1"/>
              <a:gd name="f31" fmla="*/ f28 f0 1"/>
              <a:gd name="f32" fmla="+- f30 0 f29"/>
              <a:gd name="f33" fmla="*/ f31 1 f5"/>
              <a:gd name="f34" fmla="+- f33 0 f1"/>
              <a:gd name="f35" fmla="cos 1 f34"/>
              <a:gd name="f36" fmla="sin 1 f34"/>
              <a:gd name="f37" fmla="+- 0 0 f35"/>
              <a:gd name="f38" fmla="+- 0 0 f36"/>
              <a:gd name="f39" fmla="*/ 10800 f37 1"/>
              <a:gd name="f40" fmla="*/ 10800 f38 1"/>
              <a:gd name="f41" fmla="*/ f39 f39 1"/>
              <a:gd name="f42" fmla="*/ f40 f40 1"/>
              <a:gd name="f43" fmla="+- f41 f42 0"/>
              <a:gd name="f44" fmla="sqrt f43"/>
              <a:gd name="f45" fmla="*/ f6 1 f44"/>
              <a:gd name="f46" fmla="*/ f37 f45 1"/>
              <a:gd name="f47" fmla="*/ f38 f45 1"/>
              <a:gd name="f48" fmla="+- 10800 0 f46"/>
              <a:gd name="f49" fmla="+- 10800 0 f47"/>
            </a:gdLst>
            <a:ahLst/>
            <a:cxnLst>
              <a:cxn ang="3cd4">
                <a:pos x="hc" y="t"/>
              </a:cxn>
              <a:cxn ang="0">
                <a:pos x="r" y="vc"/>
              </a:cxn>
              <a:cxn ang="cd4">
                <a:pos x="hc" y="b"/>
              </a:cxn>
              <a:cxn ang="cd2">
                <a:pos x="l" y="vc"/>
              </a:cxn>
              <a:cxn ang="f29">
                <a:pos x="f22" y="f23"/>
              </a:cxn>
              <a:cxn ang="f29">
                <a:pos x="f15" y="f18"/>
              </a:cxn>
              <a:cxn ang="f29">
                <a:pos x="f24" y="f25"/>
              </a:cxn>
              <a:cxn ang="f29">
                <a:pos x="f15" y="f17"/>
              </a:cxn>
              <a:cxn ang="f29">
                <a:pos x="f22" y="f26"/>
              </a:cxn>
              <a:cxn ang="f29">
                <a:pos x="f16" y="f17"/>
              </a:cxn>
              <a:cxn ang="f29">
                <a:pos x="f27" y="f25"/>
              </a:cxn>
              <a:cxn ang="f29">
                <a:pos x="f16" y="f18"/>
              </a:cxn>
            </a:cxnLst>
            <a:rect l="f15" t="f18" r="f16" b="f17"/>
            <a:pathLst>
              <a:path w="21600" h="21600">
                <a:moveTo>
                  <a:pt x="f48" y="f49"/>
                </a:moveTo>
                <a:arcTo wR="f9" hR="f9" stAng="f29" swAng="f32"/>
                <a:close/>
              </a:path>
            </a:pathLst>
          </a:custGeom>
          <a:noFill/>
          <a:ln w="18000">
            <a:solidFill>
              <a:srgbClr val="FF0000"/>
            </a:solidFill>
            <a:prstDash val="solid"/>
          </a:ln>
        </p:spPr>
        <p:txBody>
          <a:bodyPr vert="horz" wrap="none" lIns="90000" tIns="45000" rIns="90000" bIns="45000" anchor="ctr" anchorCtr="0" compatLnSpc="0">
            <a:noAutofit/>
          </a:bodyPr>
          <a:lstStyle/>
          <a:p>
            <a:pPr marL="0" marR="0" lvl="0" indent="0" algn="ctr" rtl="0" hangingPunct="0">
              <a:lnSpc>
                <a:spcPct val="100000"/>
              </a:lnSpc>
              <a:spcBef>
                <a:spcPts val="0"/>
              </a:spcBef>
              <a:spcAft>
                <a:spcPts val="0"/>
              </a:spcAft>
              <a:buNone/>
              <a:tabLst/>
            </a:pPr>
            <a:endParaRPr lang="en-GB" sz="1800" b="0" i="0" u="none" strike="noStrike" kern="1200" cap="none">
              <a:ln>
                <a:noFill/>
              </a:ln>
              <a:solidFill>
                <a:srgbClr val="000000"/>
              </a:solidFill>
              <a:latin typeface="Liberation Sans" pitchFamily="18"/>
              <a:ea typeface="DejaVu Sans" pitchFamily="2"/>
              <a:cs typeface="DejaVu Sans" pitchFamily="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0719D-F096-4B01-9B4A-EFD55E068D02}"/>
              </a:ext>
            </a:extLst>
          </p:cNvPr>
          <p:cNvSpPr txBox="1">
            <a:spLocks noGrp="1"/>
          </p:cNvSpPr>
          <p:nvPr>
            <p:ph type="title" idx="4294967295"/>
          </p:nvPr>
        </p:nvSpPr>
        <p:spPr/>
        <p:txBody>
          <a:bodyPr vert="horz"/>
          <a:lstStyle/>
          <a:p>
            <a:pPr lvl="0"/>
            <a:r>
              <a:rPr lang="en-GB"/>
              <a:t>Operators</a:t>
            </a:r>
          </a:p>
        </p:txBody>
      </p:sp>
      <p:sp>
        <p:nvSpPr>
          <p:cNvPr id="3" name="Text Placeholder 2">
            <a:extLst>
              <a:ext uri="{FF2B5EF4-FFF2-40B4-BE49-F238E27FC236}">
                <a16:creationId xmlns:a16="http://schemas.microsoft.com/office/drawing/2014/main" id="{05503B6D-A0C7-45CC-816F-39E264A67DBF}"/>
              </a:ext>
            </a:extLst>
          </p:cNvPr>
          <p:cNvSpPr txBox="1">
            <a:spLocks noGrp="1"/>
          </p:cNvSpPr>
          <p:nvPr>
            <p:ph type="body" idx="4294967295"/>
          </p:nvPr>
        </p:nvSpPr>
        <p:spPr/>
        <p:txBody>
          <a:bodyPr vert="horz"/>
          <a:lstStyle/>
          <a:p>
            <a:pPr lvl="0">
              <a:buSzPct val="45000"/>
              <a:buFont typeface="StarSymbol"/>
              <a:buChar char="●"/>
            </a:pPr>
            <a:r>
              <a:rPr lang="en-GB"/>
              <a:t>Operators are used to perform operations on or with variables</a:t>
            </a:r>
          </a:p>
          <a:p>
            <a:pPr lvl="0">
              <a:buSzPct val="45000"/>
              <a:buFont typeface="StarSymbol"/>
              <a:buChar char="●"/>
            </a:pPr>
            <a:r>
              <a:rPr lang="en-GB"/>
              <a:t>Python has maths operators:</a:t>
            </a:r>
          </a:p>
          <a:p>
            <a:pPr lvl="0">
              <a:buSzPct val="45000"/>
              <a:buFont typeface="StarSymbol"/>
              <a:buChar char="●"/>
            </a:pPr>
            <a:endParaRPr lang="en-GB"/>
          </a:p>
          <a:p>
            <a:pPr lvl="0">
              <a:buSzPct val="45000"/>
              <a:buFont typeface="StarSymbol"/>
              <a:buChar char="●"/>
            </a:pPr>
            <a:endParaRPr lang="en-GB"/>
          </a:p>
        </p:txBody>
      </p:sp>
      <p:graphicFrame>
        <p:nvGraphicFramePr>
          <p:cNvPr id="4" name="Table 3">
            <a:extLst>
              <a:ext uri="{FF2B5EF4-FFF2-40B4-BE49-F238E27FC236}">
                <a16:creationId xmlns:a16="http://schemas.microsoft.com/office/drawing/2014/main" id="{ED7BFAE2-B4C5-4E5D-B560-5AD5A2EEBF46}"/>
              </a:ext>
            </a:extLst>
          </p:cNvPr>
          <p:cNvGraphicFramePr>
            <a:graphicFrameLocks noGrp="1"/>
          </p:cNvGraphicFramePr>
          <p:nvPr/>
        </p:nvGraphicFramePr>
        <p:xfrm>
          <a:off x="600840" y="2291760"/>
          <a:ext cx="9119160" cy="1801680"/>
        </p:xfrm>
        <a:graphic>
          <a:graphicData uri="http://schemas.openxmlformats.org/drawingml/2006/table">
            <a:tbl>
              <a:tblPr firstRow="1" bandRow="1">
                <a:tableStyleId>{944EE777-4E55-4A2D-A347-449C533802BB}</a:tableStyleId>
              </a:tblPr>
              <a:tblGrid>
                <a:gridCol w="1302480">
                  <a:extLst>
                    <a:ext uri="{9D8B030D-6E8A-4147-A177-3AD203B41FA5}">
                      <a16:colId xmlns:a16="http://schemas.microsoft.com/office/drawing/2014/main" val="2002156810"/>
                    </a:ext>
                  </a:extLst>
                </a:gridCol>
                <a:gridCol w="1302480">
                  <a:extLst>
                    <a:ext uri="{9D8B030D-6E8A-4147-A177-3AD203B41FA5}">
                      <a16:colId xmlns:a16="http://schemas.microsoft.com/office/drawing/2014/main" val="4292385861"/>
                    </a:ext>
                  </a:extLst>
                </a:gridCol>
                <a:gridCol w="1302480">
                  <a:extLst>
                    <a:ext uri="{9D8B030D-6E8A-4147-A177-3AD203B41FA5}">
                      <a16:colId xmlns:a16="http://schemas.microsoft.com/office/drawing/2014/main" val="220743714"/>
                    </a:ext>
                  </a:extLst>
                </a:gridCol>
                <a:gridCol w="1302480">
                  <a:extLst>
                    <a:ext uri="{9D8B030D-6E8A-4147-A177-3AD203B41FA5}">
                      <a16:colId xmlns:a16="http://schemas.microsoft.com/office/drawing/2014/main" val="1019972613"/>
                    </a:ext>
                  </a:extLst>
                </a:gridCol>
                <a:gridCol w="1302480">
                  <a:extLst>
                    <a:ext uri="{9D8B030D-6E8A-4147-A177-3AD203B41FA5}">
                      <a16:colId xmlns:a16="http://schemas.microsoft.com/office/drawing/2014/main" val="1511044655"/>
                    </a:ext>
                  </a:extLst>
                </a:gridCol>
                <a:gridCol w="1302480">
                  <a:extLst>
                    <a:ext uri="{9D8B030D-6E8A-4147-A177-3AD203B41FA5}">
                      <a16:colId xmlns:a16="http://schemas.microsoft.com/office/drawing/2014/main" val="481786064"/>
                    </a:ext>
                  </a:extLst>
                </a:gridCol>
                <a:gridCol w="1304280">
                  <a:extLst>
                    <a:ext uri="{9D8B030D-6E8A-4147-A177-3AD203B41FA5}">
                      <a16:colId xmlns:a16="http://schemas.microsoft.com/office/drawing/2014/main" val="1284874228"/>
                    </a:ext>
                  </a:extLst>
                </a:gridCol>
              </a:tblGrid>
              <a:tr h="719640">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t>
                      </a:r>
                    </a:p>
                  </a:txBody>
                  <a:tcPr/>
                </a:tc>
                <a:extLst>
                  <a:ext uri="{0D108BD9-81ED-4DB2-BD59-A6C34878D82A}">
                    <a16:rowId xmlns:a16="http://schemas.microsoft.com/office/drawing/2014/main" val="3484081063"/>
                  </a:ext>
                </a:extLst>
              </a:tr>
              <a:tr h="720000">
                <a:tc>
                  <a:txBody>
                    <a:bodyPr/>
                    <a:lstStyle/>
                    <a:p>
                      <a:pPr marL="0" marR="0" lvl="0" indent="0" algn="ctr" rtl="0" hangingPunct="0">
                        <a:lnSpc>
                          <a:spcPct val="100000"/>
                        </a:lnSpc>
                        <a:spcBef>
                          <a:spcPts val="0"/>
                        </a:spcBef>
                        <a:spcAft>
                          <a:spcPts val="0"/>
                        </a:spcAft>
                        <a:buNone/>
                        <a:tabLst/>
                        <a:defRPr/>
                      </a:pPr>
                      <a:r>
                        <a:rPr lang="en-GB" sz="1300" b="0" i="0" u="none" strike="noStrike" kern="1200" cap="none">
                          <a:ln>
                            <a:noFill/>
                          </a:ln>
                          <a:solidFill>
                            <a:srgbClr val="000000"/>
                          </a:solidFill>
                          <a:latin typeface="Liberation Sans" pitchFamily="18"/>
                          <a:ea typeface="DejaVu Sans" pitchFamily="2"/>
                          <a:cs typeface="DejaVu Sans" pitchFamily="2"/>
                        </a:rPr>
                        <a:t>Addition</a:t>
                      </a:r>
                    </a:p>
                  </a:txBody>
                  <a:tcPr/>
                </a:tc>
                <a:tc>
                  <a:txBody>
                    <a:bodyPr/>
                    <a:lstStyle/>
                    <a:p>
                      <a:pPr marL="0" marR="0" lvl="0" indent="0" algn="ctr" rtl="0" hangingPunct="0">
                        <a:lnSpc>
                          <a:spcPct val="100000"/>
                        </a:lnSpc>
                        <a:spcBef>
                          <a:spcPts val="0"/>
                        </a:spcBef>
                        <a:spcAft>
                          <a:spcPts val="0"/>
                        </a:spcAft>
                        <a:buNone/>
                        <a:tabLst/>
                        <a:defRPr sz="1300"/>
                      </a:pPr>
                      <a:r>
                        <a:rPr lang="en-GB" sz="1300" b="0" i="0" u="none" strike="noStrike" kern="1200" cap="none">
                          <a:ln>
                            <a:noFill/>
                          </a:ln>
                          <a:solidFill>
                            <a:srgbClr val="000000"/>
                          </a:solidFill>
                          <a:latin typeface="Liberation Sans" pitchFamily="18"/>
                          <a:ea typeface="DejaVu Sans" pitchFamily="2"/>
                          <a:cs typeface="DejaVu Sans" pitchFamily="2"/>
                        </a:rPr>
                        <a:t>Subtraction</a:t>
                      </a:r>
                    </a:p>
                  </a:txBody>
                  <a:tcPr/>
                </a:tc>
                <a:tc>
                  <a:txBody>
                    <a:bodyPr/>
                    <a:lstStyle/>
                    <a:p>
                      <a:pPr marL="0" marR="0" lvl="0" indent="0" algn="ctr" rtl="0" hangingPunct="0">
                        <a:lnSpc>
                          <a:spcPct val="100000"/>
                        </a:lnSpc>
                        <a:spcBef>
                          <a:spcPts val="0"/>
                        </a:spcBef>
                        <a:spcAft>
                          <a:spcPts val="0"/>
                        </a:spcAft>
                        <a:buNone/>
                        <a:tabLst/>
                        <a:defRPr sz="1300"/>
                      </a:pPr>
                      <a:r>
                        <a:rPr lang="en-GB" sz="1300" b="0" i="0" u="none" strike="noStrike" kern="1200" cap="none">
                          <a:ln>
                            <a:noFill/>
                          </a:ln>
                          <a:solidFill>
                            <a:srgbClr val="000000"/>
                          </a:solidFill>
                          <a:latin typeface="Liberation Sans" pitchFamily="18"/>
                          <a:ea typeface="DejaVu Sans" pitchFamily="2"/>
                          <a:cs typeface="DejaVu Sans" pitchFamily="2"/>
                        </a:rPr>
                        <a:t>Multiplication</a:t>
                      </a:r>
                    </a:p>
                  </a:txBody>
                  <a:tcPr/>
                </a:tc>
                <a:tc>
                  <a:txBody>
                    <a:bodyPr/>
                    <a:lstStyle/>
                    <a:p>
                      <a:pPr marL="0" marR="0" lvl="0" indent="0" algn="ctr" rtl="0" hangingPunct="0">
                        <a:lnSpc>
                          <a:spcPct val="100000"/>
                        </a:lnSpc>
                        <a:spcBef>
                          <a:spcPts val="0"/>
                        </a:spcBef>
                        <a:spcAft>
                          <a:spcPts val="0"/>
                        </a:spcAft>
                        <a:buNone/>
                        <a:tabLst/>
                        <a:defRPr sz="1300"/>
                      </a:pPr>
                      <a:r>
                        <a:rPr lang="en-GB" sz="1300" b="0" i="0" u="none" strike="noStrike" kern="1200" cap="none">
                          <a:ln>
                            <a:noFill/>
                          </a:ln>
                          <a:solidFill>
                            <a:srgbClr val="000000"/>
                          </a:solidFill>
                          <a:latin typeface="Liberation Sans" pitchFamily="18"/>
                          <a:ea typeface="DejaVu Sans" pitchFamily="2"/>
                          <a:cs typeface="DejaVu Sans" pitchFamily="2"/>
                        </a:rPr>
                        <a:t>Division</a:t>
                      </a:r>
                    </a:p>
                  </a:txBody>
                  <a:tcPr/>
                </a:tc>
                <a:tc>
                  <a:txBody>
                    <a:bodyPr/>
                    <a:lstStyle/>
                    <a:p>
                      <a:pPr marL="0" marR="0" lvl="0" indent="0" algn="ctr" rtl="0" hangingPunct="0">
                        <a:lnSpc>
                          <a:spcPct val="100000"/>
                        </a:lnSpc>
                        <a:spcBef>
                          <a:spcPts val="0"/>
                        </a:spcBef>
                        <a:spcAft>
                          <a:spcPts val="0"/>
                        </a:spcAft>
                        <a:buNone/>
                        <a:tabLst/>
                        <a:defRPr sz="1300"/>
                      </a:pPr>
                      <a:r>
                        <a:rPr lang="en-GB" sz="1300" b="0" i="0" u="none" strike="noStrike" kern="1200" cap="none">
                          <a:ln>
                            <a:noFill/>
                          </a:ln>
                          <a:solidFill>
                            <a:srgbClr val="000000"/>
                          </a:solidFill>
                          <a:latin typeface="Liberation Sans" pitchFamily="18"/>
                          <a:ea typeface="DejaVu Sans" pitchFamily="2"/>
                          <a:cs typeface="DejaVu Sans" pitchFamily="2"/>
                        </a:rPr>
                        <a:t>Modulus</a:t>
                      </a:r>
                    </a:p>
                  </a:txBody>
                  <a:tcPr/>
                </a:tc>
                <a:tc>
                  <a:txBody>
                    <a:bodyPr/>
                    <a:lstStyle/>
                    <a:p>
                      <a:pPr marL="0" marR="0" lvl="0" indent="0" algn="ctr" rtl="0" hangingPunct="0">
                        <a:lnSpc>
                          <a:spcPct val="100000"/>
                        </a:lnSpc>
                        <a:spcBef>
                          <a:spcPts val="0"/>
                        </a:spcBef>
                        <a:spcAft>
                          <a:spcPts val="0"/>
                        </a:spcAft>
                        <a:buNone/>
                        <a:tabLst/>
                        <a:defRPr sz="1300"/>
                      </a:pPr>
                      <a:r>
                        <a:rPr lang="en-GB" sz="1300" b="0" i="0" u="none" strike="noStrike" kern="1200" cap="none">
                          <a:ln>
                            <a:noFill/>
                          </a:ln>
                          <a:solidFill>
                            <a:srgbClr val="000000"/>
                          </a:solidFill>
                          <a:latin typeface="Liberation Sans" pitchFamily="18"/>
                          <a:ea typeface="DejaVu Sans" pitchFamily="2"/>
                          <a:cs typeface="DejaVu Sans" pitchFamily="2"/>
                        </a:rPr>
                        <a:t>Exponentiation</a:t>
                      </a:r>
                    </a:p>
                  </a:txBody>
                  <a:tcPr/>
                </a:tc>
                <a:tc>
                  <a:txBody>
                    <a:bodyPr/>
                    <a:lstStyle/>
                    <a:p>
                      <a:pPr marL="0" marR="0" lvl="0" indent="0" algn="ctr" rtl="0" hangingPunct="0">
                        <a:lnSpc>
                          <a:spcPct val="100000"/>
                        </a:lnSpc>
                        <a:spcBef>
                          <a:spcPts val="0"/>
                        </a:spcBef>
                        <a:spcAft>
                          <a:spcPts val="0"/>
                        </a:spcAft>
                        <a:buNone/>
                        <a:tabLst/>
                        <a:defRPr sz="1300"/>
                      </a:pPr>
                      <a:r>
                        <a:rPr lang="en-GB" sz="1300" b="0" i="0" u="none" strike="noStrike" kern="1200" cap="none">
                          <a:ln>
                            <a:noFill/>
                          </a:ln>
                          <a:solidFill>
                            <a:srgbClr val="000000"/>
                          </a:solidFill>
                          <a:latin typeface="Liberation Sans" pitchFamily="18"/>
                          <a:ea typeface="DejaVu Sans" pitchFamily="2"/>
                          <a:cs typeface="DejaVu Sans" pitchFamily="2"/>
                        </a:rPr>
                        <a:t>Floor Division (Divide, then round to nearest whole number)</a:t>
                      </a:r>
                    </a:p>
                  </a:txBody>
                  <a:tcPr/>
                </a:tc>
                <a:extLst>
                  <a:ext uri="{0D108BD9-81ED-4DB2-BD59-A6C34878D82A}">
                    <a16:rowId xmlns:a16="http://schemas.microsoft.com/office/drawing/2014/main" val="342526323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2F17D-F4AF-4985-BFF3-AF36BAE71AFE}"/>
              </a:ext>
            </a:extLst>
          </p:cNvPr>
          <p:cNvSpPr txBox="1">
            <a:spLocks noGrp="1"/>
          </p:cNvSpPr>
          <p:nvPr>
            <p:ph type="title" idx="4294967295"/>
          </p:nvPr>
        </p:nvSpPr>
        <p:spPr/>
        <p:txBody>
          <a:bodyPr vert="horz"/>
          <a:lstStyle/>
          <a:p>
            <a:pPr lvl="0"/>
            <a:r>
              <a:rPr lang="en-GB"/>
              <a:t>So we can use Python just like a calculator</a:t>
            </a:r>
          </a:p>
        </p:txBody>
      </p:sp>
      <p:sp>
        <p:nvSpPr>
          <p:cNvPr id="3" name="Text Placeholder 2">
            <a:extLst>
              <a:ext uri="{FF2B5EF4-FFF2-40B4-BE49-F238E27FC236}">
                <a16:creationId xmlns:a16="http://schemas.microsoft.com/office/drawing/2014/main" id="{F32398A3-DEC5-4884-A776-E17DAB8885EA}"/>
              </a:ext>
            </a:extLst>
          </p:cNvPr>
          <p:cNvSpPr txBox="1">
            <a:spLocks noGrp="1"/>
          </p:cNvSpPr>
          <p:nvPr>
            <p:ph type="body" idx="4294967295"/>
          </p:nvPr>
        </p:nvSpPr>
        <p:spPr/>
        <p:txBody>
          <a:bodyPr vert="horz"/>
          <a:lstStyle/>
          <a:p>
            <a:pPr lvl="0">
              <a:buSzPct val="45000"/>
              <a:buFont typeface="StarSymbol"/>
              <a:buChar char="●"/>
            </a:pPr>
            <a:r>
              <a:rPr lang="en-GB"/>
              <a:t>By using print, numbers and operators</a:t>
            </a:r>
          </a:p>
        </p:txBody>
      </p:sp>
      <p:pic>
        <p:nvPicPr>
          <p:cNvPr id="4" name="Picture 3">
            <a:extLst>
              <a:ext uri="{FF2B5EF4-FFF2-40B4-BE49-F238E27FC236}">
                <a16:creationId xmlns:a16="http://schemas.microsoft.com/office/drawing/2014/main" id="{5A8A27A1-281B-4361-9239-31FEA0A750D5}"/>
              </a:ext>
            </a:extLst>
          </p:cNvPr>
          <p:cNvPicPr>
            <a:picLocks noChangeAspect="1"/>
          </p:cNvPicPr>
          <p:nvPr/>
        </p:nvPicPr>
        <p:blipFill>
          <a:blip r:embed="rId3">
            <a:lum/>
            <a:alphaModFix/>
          </a:blip>
          <a:srcRect/>
          <a:stretch>
            <a:fillRect/>
          </a:stretch>
        </p:blipFill>
        <p:spPr>
          <a:xfrm>
            <a:off x="1440000" y="2160000"/>
            <a:ext cx="2742840" cy="2133360"/>
          </a:xfrm>
          <a:prstGeom prst="rect">
            <a:avLst/>
          </a:prstGeom>
          <a:noFill/>
          <a:ln>
            <a:noFill/>
          </a:ln>
        </p:spPr>
      </p:pic>
      <p:pic>
        <p:nvPicPr>
          <p:cNvPr id="5" name="Picture 4">
            <a:extLst>
              <a:ext uri="{FF2B5EF4-FFF2-40B4-BE49-F238E27FC236}">
                <a16:creationId xmlns:a16="http://schemas.microsoft.com/office/drawing/2014/main" id="{D47CA59A-EB80-45C9-BAE2-CA7E31294F84}"/>
              </a:ext>
            </a:extLst>
          </p:cNvPr>
          <p:cNvPicPr>
            <a:picLocks noChangeAspect="1"/>
          </p:cNvPicPr>
          <p:nvPr/>
        </p:nvPicPr>
        <p:blipFill>
          <a:blip r:embed="rId4">
            <a:lum/>
            <a:alphaModFix/>
          </a:blip>
          <a:srcRect/>
          <a:stretch>
            <a:fillRect/>
          </a:stretch>
        </p:blipFill>
        <p:spPr>
          <a:xfrm>
            <a:off x="4680000" y="2445120"/>
            <a:ext cx="2018879" cy="9748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08C16-75C0-4B00-9F5E-52F9BC588324}"/>
              </a:ext>
            </a:extLst>
          </p:cNvPr>
          <p:cNvSpPr txBox="1">
            <a:spLocks noGrp="1"/>
          </p:cNvSpPr>
          <p:nvPr>
            <p:ph type="title" idx="4294967295"/>
          </p:nvPr>
        </p:nvSpPr>
        <p:spPr/>
        <p:txBody>
          <a:bodyPr vert="horz"/>
          <a:lstStyle/>
          <a:p>
            <a:pPr lvl="0"/>
            <a:r>
              <a:rPr lang="en-GB"/>
              <a:t>Task 1</a:t>
            </a:r>
          </a:p>
        </p:txBody>
      </p:sp>
      <p:sp>
        <p:nvSpPr>
          <p:cNvPr id="3" name="Text Placeholder 2">
            <a:extLst>
              <a:ext uri="{FF2B5EF4-FFF2-40B4-BE49-F238E27FC236}">
                <a16:creationId xmlns:a16="http://schemas.microsoft.com/office/drawing/2014/main" id="{50EA6CE3-EAEC-4DC0-8A85-5B909540F4D6}"/>
              </a:ext>
            </a:extLst>
          </p:cNvPr>
          <p:cNvSpPr txBox="1">
            <a:spLocks noGrp="1"/>
          </p:cNvSpPr>
          <p:nvPr>
            <p:ph type="body" idx="4294967295"/>
          </p:nvPr>
        </p:nvSpPr>
        <p:spPr/>
        <p:txBody>
          <a:bodyPr vert="horz"/>
          <a:lstStyle/>
          <a:p>
            <a:pPr lvl="0">
              <a:buSzPct val="45000"/>
              <a:buFont typeface="StarSymbol"/>
              <a:buChar char="●"/>
            </a:pPr>
            <a:r>
              <a:rPr lang="en-GB"/>
              <a:t>Using operators, variables and whatever python environment you please</a:t>
            </a:r>
          </a:p>
          <a:p>
            <a:pPr lvl="0">
              <a:buSzPct val="45000"/>
              <a:buFont typeface="StarSymbol"/>
              <a:buChar char="●"/>
            </a:pPr>
            <a:r>
              <a:rPr lang="en-GB"/>
              <a:t>Attempt to solve the following puzzle:</a:t>
            </a:r>
          </a:p>
          <a:p>
            <a:pPr lvl="0">
              <a:buSzPct val="45000"/>
              <a:buFont typeface="StarSymbol"/>
              <a:buChar char="●"/>
            </a:pPr>
            <a:r>
              <a:rPr lang="en-GB"/>
              <a:t>If we list all the natural numbers below 10 that are multiples of 3 or 5, we get four numbers. When we sum these numbers, what is the result? Write a python program to help you calculate these.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D2729-A864-4802-830E-7A6C23055D6D}"/>
              </a:ext>
            </a:extLst>
          </p:cNvPr>
          <p:cNvSpPr txBox="1">
            <a:spLocks noGrp="1"/>
          </p:cNvSpPr>
          <p:nvPr>
            <p:ph type="title" idx="4294967295"/>
          </p:nvPr>
        </p:nvSpPr>
        <p:spPr/>
        <p:txBody>
          <a:bodyPr vert="horz"/>
          <a:lstStyle/>
          <a:p>
            <a:pPr lvl="0"/>
            <a:r>
              <a:rPr lang="en-GB"/>
              <a:t>You hopefully wrote something like this</a:t>
            </a:r>
          </a:p>
        </p:txBody>
      </p:sp>
      <p:sp>
        <p:nvSpPr>
          <p:cNvPr id="3" name="Text Placeholder 2">
            <a:extLst>
              <a:ext uri="{FF2B5EF4-FFF2-40B4-BE49-F238E27FC236}">
                <a16:creationId xmlns:a16="http://schemas.microsoft.com/office/drawing/2014/main" id="{DFC655ED-DAD9-4B3E-9CFD-D726A234F403}"/>
              </a:ext>
            </a:extLst>
          </p:cNvPr>
          <p:cNvSpPr txBox="1">
            <a:spLocks noGrp="1"/>
          </p:cNvSpPr>
          <p:nvPr>
            <p:ph type="body" idx="4294967295"/>
          </p:nvPr>
        </p:nvSpPr>
        <p:spPr>
          <a:xfrm>
            <a:off x="503999" y="1326600"/>
            <a:ext cx="6156000" cy="3288239"/>
          </a:xfrm>
        </p:spPr>
        <p:txBody>
          <a:bodyPr vert="horz">
            <a:normAutofit lnSpcReduction="10000"/>
          </a:bodyPr>
          <a:lstStyle/>
          <a:p>
            <a:pPr lvl="0">
              <a:buSzPct val="45000"/>
              <a:buFont typeface="StarSymbol"/>
              <a:buChar char="●"/>
            </a:pPr>
            <a:r>
              <a:rPr lang="en-GB"/>
              <a:t>We are only using the code we’ve learnt so far (f-strings were mentioned this morning, although they’re not absolutely necessary for this)</a:t>
            </a:r>
          </a:p>
          <a:p>
            <a:pPr lvl="0">
              <a:buSzPct val="45000"/>
              <a:buFont typeface="StarSymbol"/>
              <a:buChar char="●"/>
            </a:pPr>
            <a:r>
              <a:rPr lang="en-GB"/>
              <a:t>We have printed out all of the numbers below 10 divided by 3 and by 5</a:t>
            </a:r>
          </a:p>
          <a:p>
            <a:pPr lvl="0">
              <a:buSzPct val="45000"/>
              <a:buFont typeface="StarSymbol"/>
              <a:buChar char="●"/>
            </a:pPr>
            <a:r>
              <a:rPr lang="en-GB"/>
              <a:t>We can therefore notice the ones that are whole numbers, pick them out, and write another line to add them together</a:t>
            </a:r>
          </a:p>
        </p:txBody>
      </p:sp>
      <p:pic>
        <p:nvPicPr>
          <p:cNvPr id="4" name="Picture 3">
            <a:extLst>
              <a:ext uri="{FF2B5EF4-FFF2-40B4-BE49-F238E27FC236}">
                <a16:creationId xmlns:a16="http://schemas.microsoft.com/office/drawing/2014/main" id="{1CC9B648-D87A-4A70-98AA-1E83219F6390}"/>
              </a:ext>
            </a:extLst>
          </p:cNvPr>
          <p:cNvPicPr>
            <a:picLocks noChangeAspect="1"/>
          </p:cNvPicPr>
          <p:nvPr/>
        </p:nvPicPr>
        <p:blipFill>
          <a:blip r:embed="rId3">
            <a:lum/>
            <a:alphaModFix/>
          </a:blip>
          <a:srcRect/>
          <a:stretch>
            <a:fillRect/>
          </a:stretch>
        </p:blipFill>
        <p:spPr>
          <a:xfrm>
            <a:off x="6841800" y="900000"/>
            <a:ext cx="3238200" cy="47469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A4C6B-F5BD-4CAB-8A84-501EC8AB1D70}"/>
              </a:ext>
            </a:extLst>
          </p:cNvPr>
          <p:cNvSpPr txBox="1">
            <a:spLocks noGrp="1"/>
          </p:cNvSpPr>
          <p:nvPr>
            <p:ph type="title" idx="4294967295"/>
          </p:nvPr>
        </p:nvSpPr>
        <p:spPr/>
        <p:txBody>
          <a:bodyPr vert="horz"/>
          <a:lstStyle/>
          <a:p>
            <a:endParaRPr lang="en-GB"/>
          </a:p>
        </p:txBody>
      </p:sp>
      <p:pic>
        <p:nvPicPr>
          <p:cNvPr id="3" name="Picture Placeholder 2">
            <a:extLst>
              <a:ext uri="{FF2B5EF4-FFF2-40B4-BE49-F238E27FC236}">
                <a16:creationId xmlns:a16="http://schemas.microsoft.com/office/drawing/2014/main" id="{5385381C-6CA2-4F0D-98CE-37FCD23E569E}"/>
              </a:ext>
            </a:extLst>
          </p:cNvPr>
          <p:cNvPicPr>
            <a:picLocks noGrp="1" noChangeAspect="1"/>
          </p:cNvPicPr>
          <p:nvPr>
            <p:ph type="pic" idx="4294967295"/>
          </p:nvPr>
        </p:nvPicPr>
        <p:blipFill>
          <a:blip r:embed="rId3">
            <a:lum/>
            <a:alphaModFix/>
          </a:blip>
          <a:srcRect/>
          <a:stretch>
            <a:fillRect/>
          </a:stretch>
        </p:blipFill>
        <p:spPr>
          <a:xfrm>
            <a:off x="1767600" y="360000"/>
            <a:ext cx="6512400" cy="488448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71F23-39E2-40CA-ADDB-55DBCBEAB6A7}"/>
              </a:ext>
            </a:extLst>
          </p:cNvPr>
          <p:cNvSpPr txBox="1">
            <a:spLocks noGrp="1"/>
          </p:cNvSpPr>
          <p:nvPr>
            <p:ph type="title" idx="4294967295"/>
          </p:nvPr>
        </p:nvSpPr>
        <p:spPr/>
        <p:txBody>
          <a:bodyPr vert="horz"/>
          <a:lstStyle/>
          <a:p>
            <a:pPr lvl="0"/>
            <a:r>
              <a:rPr lang="en-GB"/>
              <a:t>And there is!</a:t>
            </a:r>
          </a:p>
        </p:txBody>
      </p:sp>
      <p:sp>
        <p:nvSpPr>
          <p:cNvPr id="3" name="Text Placeholder 2">
            <a:extLst>
              <a:ext uri="{FF2B5EF4-FFF2-40B4-BE49-F238E27FC236}">
                <a16:creationId xmlns:a16="http://schemas.microsoft.com/office/drawing/2014/main" id="{35538DE8-FF48-41ED-B44A-86C209944625}"/>
              </a:ext>
            </a:extLst>
          </p:cNvPr>
          <p:cNvSpPr txBox="1">
            <a:spLocks noGrp="1"/>
          </p:cNvSpPr>
          <p:nvPr>
            <p:ph type="body" idx="4294967295"/>
          </p:nvPr>
        </p:nvSpPr>
        <p:spPr/>
        <p:txBody>
          <a:bodyPr vert="horz"/>
          <a:lstStyle/>
          <a:p>
            <a:pPr lvl="0">
              <a:buSzPct val="45000"/>
              <a:buFont typeface="StarSymbol"/>
              <a:buChar char="●"/>
            </a:pPr>
            <a:r>
              <a:rPr lang="en-GB"/>
              <a:t>Rather than typing out the code to do multiple divisions, we can get our program to do something we call a loop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169ED-EE0D-4FAF-85CB-11C9291FFAAA}"/>
              </a:ext>
            </a:extLst>
          </p:cNvPr>
          <p:cNvSpPr txBox="1">
            <a:spLocks noGrp="1"/>
          </p:cNvSpPr>
          <p:nvPr>
            <p:ph type="title" idx="4294967295"/>
          </p:nvPr>
        </p:nvSpPr>
        <p:spPr/>
        <p:txBody>
          <a:bodyPr vert="horz"/>
          <a:lstStyle/>
          <a:p>
            <a:pPr lvl="0"/>
            <a:r>
              <a:rPr lang="en-GB"/>
              <a:t>For loops in Python</a:t>
            </a:r>
          </a:p>
        </p:txBody>
      </p:sp>
      <p:sp>
        <p:nvSpPr>
          <p:cNvPr id="3" name="Text Placeholder 2">
            <a:extLst>
              <a:ext uri="{FF2B5EF4-FFF2-40B4-BE49-F238E27FC236}">
                <a16:creationId xmlns:a16="http://schemas.microsoft.com/office/drawing/2014/main" id="{684EB589-A999-4BC2-904D-396BCEF6795C}"/>
              </a:ext>
            </a:extLst>
          </p:cNvPr>
          <p:cNvSpPr txBox="1">
            <a:spLocks noGrp="1"/>
          </p:cNvSpPr>
          <p:nvPr>
            <p:ph type="body" idx="4294967295"/>
          </p:nvPr>
        </p:nvSpPr>
        <p:spPr/>
        <p:txBody>
          <a:bodyPr vert="horz">
            <a:normAutofit fontScale="92500"/>
          </a:bodyPr>
          <a:lstStyle/>
          <a:p>
            <a:pPr lvl="0">
              <a:buSzPct val="45000"/>
              <a:buFont typeface="StarSymbol"/>
              <a:buChar char="●"/>
            </a:pPr>
            <a:r>
              <a:rPr lang="en-GB"/>
              <a:t>A for loop is normally a loop that can, using a variable, count from one number to another, and run some code for each number counted</a:t>
            </a:r>
          </a:p>
          <a:p>
            <a:pPr lvl="0">
              <a:buSzPct val="45000"/>
              <a:buFont typeface="StarSymbol"/>
              <a:buChar char="●"/>
            </a:pPr>
            <a:r>
              <a:rPr lang="en-GB"/>
              <a:t>In python we would use the syntax</a:t>
            </a:r>
          </a:p>
          <a:p>
            <a:pPr lvl="0">
              <a:buSzPct val="45000"/>
              <a:buFont typeface="StarSymbol"/>
              <a:buChar char="●"/>
            </a:pPr>
            <a:r>
              <a:rPr lang="en-GB"/>
              <a:t>Keyword </a:t>
            </a:r>
            <a:r>
              <a:rPr lang="en-GB" b="1"/>
              <a:t>for</a:t>
            </a:r>
            <a:r>
              <a:rPr lang="en-GB"/>
              <a:t>, followed by a variable which will be used to count, followed by the keyword </a:t>
            </a:r>
            <a:r>
              <a:rPr lang="en-GB" b="1"/>
              <a:t>in</a:t>
            </a:r>
            <a:r>
              <a:rPr lang="en-GB"/>
              <a:t> followed by “range(lower-bound, upper-bond) and a colon</a:t>
            </a:r>
          </a:p>
          <a:p>
            <a:pPr lvl="0">
              <a:buSzPct val="45000"/>
              <a:buFont typeface="StarSymbol"/>
              <a:buChar char="●"/>
            </a:pPr>
            <a:r>
              <a:rPr lang="en-GB"/>
              <a:t>After this colon, an indented block with code to be executed through the loop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DAEF7-9E6C-438D-A072-407A291AEAFF}"/>
              </a:ext>
            </a:extLst>
          </p:cNvPr>
          <p:cNvSpPr txBox="1">
            <a:spLocks noGrp="1"/>
          </p:cNvSpPr>
          <p:nvPr>
            <p:ph type="title" idx="4294967295"/>
          </p:nvPr>
        </p:nvSpPr>
        <p:spPr/>
        <p:txBody>
          <a:bodyPr vert="horz"/>
          <a:lstStyle/>
          <a:p>
            <a:pPr lvl="0"/>
            <a:r>
              <a:rPr lang="en-GB"/>
              <a:t>For loops</a:t>
            </a:r>
          </a:p>
        </p:txBody>
      </p:sp>
      <p:sp>
        <p:nvSpPr>
          <p:cNvPr id="3" name="Text Placeholder 2">
            <a:extLst>
              <a:ext uri="{FF2B5EF4-FFF2-40B4-BE49-F238E27FC236}">
                <a16:creationId xmlns:a16="http://schemas.microsoft.com/office/drawing/2014/main" id="{7DB140B8-03B7-468D-AEBC-AE2B2928F874}"/>
              </a:ext>
            </a:extLst>
          </p:cNvPr>
          <p:cNvSpPr txBox="1">
            <a:spLocks noGrp="1"/>
          </p:cNvSpPr>
          <p:nvPr>
            <p:ph type="body" idx="4294967295"/>
          </p:nvPr>
        </p:nvSpPr>
        <p:spPr>
          <a:xfrm>
            <a:off x="503999" y="1326600"/>
            <a:ext cx="5436000" cy="3288239"/>
          </a:xfrm>
        </p:spPr>
        <p:txBody>
          <a:bodyPr vert="horz"/>
          <a:lstStyle/>
          <a:p>
            <a:pPr lvl="0">
              <a:buSzPct val="45000"/>
              <a:buFont typeface="StarSymbol"/>
              <a:buChar char="●"/>
            </a:pPr>
            <a:r>
              <a:rPr lang="en-GB"/>
              <a:t>As you can see on the right, a for loop using this syntax can very easily print out numbers 1-9</a:t>
            </a:r>
          </a:p>
          <a:p>
            <a:pPr lvl="0">
              <a:buSzPct val="45000"/>
              <a:buFont typeface="StarSymbol"/>
              <a:buChar char="●"/>
            </a:pPr>
            <a:r>
              <a:rPr lang="en-GB"/>
              <a:t>We can also perform operations with this number</a:t>
            </a:r>
          </a:p>
        </p:txBody>
      </p:sp>
      <p:pic>
        <p:nvPicPr>
          <p:cNvPr id="4" name="Picture 3">
            <a:extLst>
              <a:ext uri="{FF2B5EF4-FFF2-40B4-BE49-F238E27FC236}">
                <a16:creationId xmlns:a16="http://schemas.microsoft.com/office/drawing/2014/main" id="{36BDC8A9-17DE-45E4-867F-24734814E39F}"/>
              </a:ext>
            </a:extLst>
          </p:cNvPr>
          <p:cNvPicPr>
            <a:picLocks noChangeAspect="1"/>
          </p:cNvPicPr>
          <p:nvPr/>
        </p:nvPicPr>
        <p:blipFill>
          <a:blip r:embed="rId3">
            <a:lum/>
            <a:alphaModFix/>
          </a:blip>
          <a:srcRect/>
          <a:stretch>
            <a:fillRect/>
          </a:stretch>
        </p:blipFill>
        <p:spPr>
          <a:xfrm>
            <a:off x="6289560" y="1440000"/>
            <a:ext cx="3070440" cy="624600"/>
          </a:xfrm>
          <a:prstGeom prst="rect">
            <a:avLst/>
          </a:prstGeom>
          <a:noFill/>
          <a:ln>
            <a:noFill/>
          </a:ln>
        </p:spPr>
      </p:pic>
      <p:pic>
        <p:nvPicPr>
          <p:cNvPr id="5" name="Picture 4">
            <a:extLst>
              <a:ext uri="{FF2B5EF4-FFF2-40B4-BE49-F238E27FC236}">
                <a16:creationId xmlns:a16="http://schemas.microsoft.com/office/drawing/2014/main" id="{868674FC-0040-42BD-ACE3-131542F6B121}"/>
              </a:ext>
            </a:extLst>
          </p:cNvPr>
          <p:cNvPicPr>
            <a:picLocks noChangeAspect="1"/>
          </p:cNvPicPr>
          <p:nvPr/>
        </p:nvPicPr>
        <p:blipFill>
          <a:blip r:embed="rId4">
            <a:lum/>
            <a:alphaModFix/>
          </a:blip>
          <a:srcRect/>
          <a:stretch>
            <a:fillRect/>
          </a:stretch>
        </p:blipFill>
        <p:spPr>
          <a:xfrm>
            <a:off x="8867880" y="2329560"/>
            <a:ext cx="312120" cy="16304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8D51-CE9D-40F5-83A6-0049FC347B76}"/>
              </a:ext>
            </a:extLst>
          </p:cNvPr>
          <p:cNvSpPr txBox="1">
            <a:spLocks noGrp="1"/>
          </p:cNvSpPr>
          <p:nvPr>
            <p:ph type="title" idx="4294967295"/>
          </p:nvPr>
        </p:nvSpPr>
        <p:spPr/>
        <p:txBody>
          <a:bodyPr vert="horz"/>
          <a:lstStyle/>
          <a:p>
            <a:pPr lvl="0"/>
            <a:r>
              <a:rPr lang="en-GB"/>
              <a:t>Like so</a:t>
            </a:r>
          </a:p>
        </p:txBody>
      </p:sp>
      <p:sp>
        <p:nvSpPr>
          <p:cNvPr id="3" name="Text Placeholder 2">
            <a:extLst>
              <a:ext uri="{FF2B5EF4-FFF2-40B4-BE49-F238E27FC236}">
                <a16:creationId xmlns:a16="http://schemas.microsoft.com/office/drawing/2014/main" id="{A87EDB20-3729-4C8E-B39E-34FDEDD039F7}"/>
              </a:ext>
            </a:extLst>
          </p:cNvPr>
          <p:cNvSpPr txBox="1">
            <a:spLocks noGrp="1"/>
          </p:cNvSpPr>
          <p:nvPr>
            <p:ph type="body" idx="4294967295"/>
          </p:nvPr>
        </p:nvSpPr>
        <p:spPr>
          <a:xfrm>
            <a:off x="503999" y="1326600"/>
            <a:ext cx="5616000" cy="3288239"/>
          </a:xfrm>
        </p:spPr>
        <p:txBody>
          <a:bodyPr vert="horz"/>
          <a:lstStyle/>
          <a:p>
            <a:pPr lvl="0">
              <a:buSzPct val="45000"/>
              <a:buFont typeface="StarSymbol"/>
              <a:buChar char="●"/>
            </a:pPr>
            <a:r>
              <a:rPr lang="en-GB"/>
              <a:t>As can be seen on the right, we can easily print out the divisions for the number 3, without having to type nearly so many lines</a:t>
            </a:r>
          </a:p>
          <a:p>
            <a:pPr lvl="0">
              <a:buSzPct val="45000"/>
              <a:buFont typeface="StarSymbol"/>
              <a:buChar char="●"/>
            </a:pPr>
            <a:r>
              <a:rPr lang="en-GB"/>
              <a:t>We could also do the same thing for 5 – or we could create a function</a:t>
            </a:r>
          </a:p>
        </p:txBody>
      </p:sp>
      <p:pic>
        <p:nvPicPr>
          <p:cNvPr id="4" name="Picture 3">
            <a:extLst>
              <a:ext uri="{FF2B5EF4-FFF2-40B4-BE49-F238E27FC236}">
                <a16:creationId xmlns:a16="http://schemas.microsoft.com/office/drawing/2014/main" id="{08D88E55-91B3-4B8D-8D70-DF3B1BADC276}"/>
              </a:ext>
            </a:extLst>
          </p:cNvPr>
          <p:cNvPicPr>
            <a:picLocks noChangeAspect="1"/>
          </p:cNvPicPr>
          <p:nvPr/>
        </p:nvPicPr>
        <p:blipFill>
          <a:blip r:embed="rId3">
            <a:lum/>
            <a:alphaModFix/>
          </a:blip>
          <a:srcRect/>
          <a:stretch>
            <a:fillRect/>
          </a:stretch>
        </p:blipFill>
        <p:spPr>
          <a:xfrm>
            <a:off x="6276240" y="1451520"/>
            <a:ext cx="3443760" cy="708480"/>
          </a:xfrm>
          <a:prstGeom prst="rect">
            <a:avLst/>
          </a:prstGeom>
          <a:noFill/>
          <a:ln>
            <a:noFill/>
          </a:ln>
        </p:spPr>
      </p:pic>
      <p:pic>
        <p:nvPicPr>
          <p:cNvPr id="5" name="Picture 4">
            <a:extLst>
              <a:ext uri="{FF2B5EF4-FFF2-40B4-BE49-F238E27FC236}">
                <a16:creationId xmlns:a16="http://schemas.microsoft.com/office/drawing/2014/main" id="{CE6A939B-62FF-48E1-B2EF-C0B8ED8A0A3A}"/>
              </a:ext>
            </a:extLst>
          </p:cNvPr>
          <p:cNvPicPr>
            <a:picLocks noChangeAspect="1"/>
          </p:cNvPicPr>
          <p:nvPr/>
        </p:nvPicPr>
        <p:blipFill>
          <a:blip r:embed="rId4">
            <a:lum/>
            <a:alphaModFix/>
          </a:blip>
          <a:srcRect/>
          <a:stretch>
            <a:fillRect/>
          </a:stretch>
        </p:blipFill>
        <p:spPr>
          <a:xfrm>
            <a:off x="7114679" y="2340000"/>
            <a:ext cx="2460960" cy="16228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age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2A9CD-6B77-41A9-A6A3-0EF52DA59848}"/>
              </a:ext>
            </a:extLst>
          </p:cNvPr>
          <p:cNvSpPr txBox="1">
            <a:spLocks noGrp="1"/>
          </p:cNvSpPr>
          <p:nvPr>
            <p:ph type="title" idx="4294967295"/>
          </p:nvPr>
        </p:nvSpPr>
        <p:spPr/>
        <p:txBody>
          <a:bodyPr vert="horz"/>
          <a:lstStyle/>
          <a:p>
            <a:pPr lvl="0"/>
            <a:r>
              <a:rPr lang="en-GB"/>
              <a:t>Like so…!</a:t>
            </a:r>
          </a:p>
        </p:txBody>
      </p:sp>
      <p:sp>
        <p:nvSpPr>
          <p:cNvPr id="3" name="Text Placeholder 2">
            <a:extLst>
              <a:ext uri="{FF2B5EF4-FFF2-40B4-BE49-F238E27FC236}">
                <a16:creationId xmlns:a16="http://schemas.microsoft.com/office/drawing/2014/main" id="{E62F1AAF-2CA5-42EF-AD9D-9CD81082DDB2}"/>
              </a:ext>
            </a:extLst>
          </p:cNvPr>
          <p:cNvSpPr txBox="1">
            <a:spLocks noGrp="1"/>
          </p:cNvSpPr>
          <p:nvPr>
            <p:ph type="body" idx="4294967295"/>
          </p:nvPr>
        </p:nvSpPr>
        <p:spPr>
          <a:xfrm>
            <a:off x="503999" y="1326600"/>
            <a:ext cx="6336000" cy="1193399"/>
          </a:xfrm>
        </p:spPr>
        <p:txBody>
          <a:bodyPr vert="horz">
            <a:normAutofit lnSpcReduction="10000"/>
          </a:bodyPr>
          <a:lstStyle/>
          <a:p>
            <a:pPr lvl="0">
              <a:buSzPct val="45000"/>
              <a:buFont typeface="StarSymbol"/>
              <a:buChar char="●"/>
            </a:pPr>
            <a:r>
              <a:rPr lang="en-GB"/>
              <a:t>As can be seen below, we have a function with three parameters</a:t>
            </a:r>
          </a:p>
          <a:p>
            <a:pPr lvl="0">
              <a:buSzPct val="45000"/>
              <a:buFont typeface="StarSymbol"/>
              <a:buChar char="●"/>
            </a:pPr>
            <a:r>
              <a:rPr lang="en-GB"/>
              <a:t>And then call it twice, to achieve our goal</a:t>
            </a:r>
          </a:p>
        </p:txBody>
      </p:sp>
      <p:pic>
        <p:nvPicPr>
          <p:cNvPr id="4" name="Picture 3">
            <a:extLst>
              <a:ext uri="{FF2B5EF4-FFF2-40B4-BE49-F238E27FC236}">
                <a16:creationId xmlns:a16="http://schemas.microsoft.com/office/drawing/2014/main" id="{4C362211-FE63-434E-9237-1E24B56C8B8B}"/>
              </a:ext>
            </a:extLst>
          </p:cNvPr>
          <p:cNvPicPr>
            <a:picLocks noChangeAspect="1"/>
          </p:cNvPicPr>
          <p:nvPr/>
        </p:nvPicPr>
        <p:blipFill>
          <a:blip r:embed="rId3">
            <a:lum/>
            <a:alphaModFix/>
          </a:blip>
          <a:srcRect/>
          <a:stretch>
            <a:fillRect/>
          </a:stretch>
        </p:blipFill>
        <p:spPr>
          <a:xfrm>
            <a:off x="927359" y="2700000"/>
            <a:ext cx="5912640" cy="1584720"/>
          </a:xfrm>
          <a:prstGeom prst="rect">
            <a:avLst/>
          </a:prstGeom>
          <a:noFill/>
          <a:ln>
            <a:noFill/>
          </a:ln>
        </p:spPr>
      </p:pic>
      <p:pic>
        <p:nvPicPr>
          <p:cNvPr id="5" name="Picture 4">
            <a:extLst>
              <a:ext uri="{FF2B5EF4-FFF2-40B4-BE49-F238E27FC236}">
                <a16:creationId xmlns:a16="http://schemas.microsoft.com/office/drawing/2014/main" id="{D585DB75-B86A-4068-8B73-7C5A476FE65A}"/>
              </a:ext>
            </a:extLst>
          </p:cNvPr>
          <p:cNvPicPr>
            <a:picLocks noChangeAspect="1"/>
          </p:cNvPicPr>
          <p:nvPr/>
        </p:nvPicPr>
        <p:blipFill>
          <a:blip r:embed="rId4">
            <a:lum/>
            <a:alphaModFix/>
          </a:blip>
          <a:srcRect/>
          <a:stretch>
            <a:fillRect/>
          </a:stretch>
        </p:blipFill>
        <p:spPr>
          <a:xfrm>
            <a:off x="7213680" y="1217880"/>
            <a:ext cx="2361960" cy="364211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3191-CAAE-4131-A51E-A3FE3B800F96}"/>
              </a:ext>
            </a:extLst>
          </p:cNvPr>
          <p:cNvSpPr txBox="1">
            <a:spLocks noGrp="1"/>
          </p:cNvSpPr>
          <p:nvPr>
            <p:ph type="title" idx="4294967295"/>
          </p:nvPr>
        </p:nvSpPr>
        <p:spPr/>
        <p:txBody>
          <a:bodyPr vert="horz"/>
          <a:lstStyle/>
          <a:p>
            <a:pPr lvl="0"/>
            <a:r>
              <a:rPr lang="en-GB"/>
              <a:t>Can we go further?</a:t>
            </a:r>
          </a:p>
        </p:txBody>
      </p:sp>
      <p:sp>
        <p:nvSpPr>
          <p:cNvPr id="3" name="Text Placeholder 2">
            <a:extLst>
              <a:ext uri="{FF2B5EF4-FFF2-40B4-BE49-F238E27FC236}">
                <a16:creationId xmlns:a16="http://schemas.microsoft.com/office/drawing/2014/main" id="{91BB4365-7A95-436A-B960-DCFC922E1125}"/>
              </a:ext>
            </a:extLst>
          </p:cNvPr>
          <p:cNvSpPr txBox="1">
            <a:spLocks noGrp="1"/>
          </p:cNvSpPr>
          <p:nvPr>
            <p:ph type="body" idx="4294967295"/>
          </p:nvPr>
        </p:nvSpPr>
        <p:spPr/>
        <p:txBody>
          <a:bodyPr vert="horz">
            <a:normAutofit fontScale="85000" lnSpcReduction="20000"/>
          </a:bodyPr>
          <a:lstStyle/>
          <a:p>
            <a:pPr lvl="0">
              <a:buSzPct val="45000"/>
              <a:buFont typeface="StarSymbol"/>
              <a:buChar char="●"/>
            </a:pPr>
            <a:r>
              <a:rPr lang="en-GB" dirty="0"/>
              <a:t>As you may have guessed, we can.</a:t>
            </a:r>
          </a:p>
          <a:p>
            <a:pPr lvl="0">
              <a:buSzPct val="45000"/>
              <a:buFont typeface="StarSymbol"/>
              <a:buChar char="●"/>
            </a:pPr>
            <a:r>
              <a:rPr lang="en-GB" dirty="0"/>
              <a:t>We do need to encounter another control statement in Python though.</a:t>
            </a:r>
          </a:p>
          <a:p>
            <a:pPr lvl="0">
              <a:buSzPct val="45000"/>
              <a:buFont typeface="StarSymbol"/>
              <a:buChar char="●"/>
            </a:pPr>
            <a:r>
              <a:rPr lang="en-GB" dirty="0"/>
              <a:t>The “if” statement</a:t>
            </a:r>
          </a:p>
          <a:p>
            <a:pPr lvl="0">
              <a:buSzPct val="45000"/>
              <a:buFont typeface="StarSymbol"/>
              <a:buChar char="●"/>
            </a:pPr>
            <a:r>
              <a:rPr lang="en-GB" dirty="0"/>
              <a:t>In Python this is the keyword “</a:t>
            </a:r>
            <a:r>
              <a:rPr lang="en-GB" b="1" dirty="0"/>
              <a:t>if</a:t>
            </a:r>
            <a:r>
              <a:rPr lang="en-GB" dirty="0"/>
              <a:t>” followed by a </a:t>
            </a:r>
            <a:r>
              <a:rPr lang="en-GB" i="1" dirty="0"/>
              <a:t>condition</a:t>
            </a:r>
            <a:r>
              <a:rPr lang="en-GB" dirty="0"/>
              <a:t>, followed by a colon</a:t>
            </a:r>
          </a:p>
          <a:p>
            <a:pPr lvl="0">
              <a:buSzPct val="45000"/>
              <a:buFont typeface="StarSymbol"/>
              <a:buChar char="●"/>
            </a:pPr>
            <a:r>
              <a:rPr lang="en-GB" dirty="0"/>
              <a:t>A condition is something that will evaluate to either “True” or “False” (a </a:t>
            </a:r>
            <a:r>
              <a:rPr lang="en-GB" i="1" dirty="0" err="1"/>
              <a:t>boolean</a:t>
            </a:r>
            <a:r>
              <a:rPr lang="en-GB" dirty="0"/>
              <a:t> value)</a:t>
            </a:r>
          </a:p>
          <a:p>
            <a:pPr lvl="0">
              <a:buSzPct val="45000"/>
              <a:buFont typeface="StarSymbol"/>
              <a:buChar char="●"/>
            </a:pPr>
            <a:r>
              <a:rPr lang="en-GB" dirty="0"/>
              <a:t>This is followed, similarly to </a:t>
            </a:r>
            <a:r>
              <a:rPr lang="en-GB" i="1" dirty="0"/>
              <a:t>for</a:t>
            </a:r>
            <a:r>
              <a:rPr lang="en-GB" dirty="0"/>
              <a:t> loops, by an indented block</a:t>
            </a:r>
          </a:p>
          <a:p>
            <a:pPr lvl="0">
              <a:buSzPct val="45000"/>
              <a:buFont typeface="StarSymbol"/>
              <a:buChar char="●"/>
            </a:pPr>
            <a:r>
              <a:rPr lang="en-GB" dirty="0"/>
              <a:t>In this case, the indented block is executed only if the statement evaluates to “True”, it is skipped if the statement evaluates to “False”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79600-7D4C-4F29-9D2D-82E5AFFDE1BA}"/>
              </a:ext>
            </a:extLst>
          </p:cNvPr>
          <p:cNvSpPr txBox="1">
            <a:spLocks noGrp="1"/>
          </p:cNvSpPr>
          <p:nvPr>
            <p:ph type="title" idx="4294967295"/>
          </p:nvPr>
        </p:nvSpPr>
        <p:spPr/>
        <p:txBody>
          <a:bodyPr vert="horz"/>
          <a:lstStyle/>
          <a:p>
            <a:pPr lvl="0"/>
            <a:r>
              <a:rPr lang="en-GB"/>
              <a:t>Conditional statements?</a:t>
            </a:r>
          </a:p>
        </p:txBody>
      </p:sp>
      <p:sp>
        <p:nvSpPr>
          <p:cNvPr id="3" name="Text Placeholder 2">
            <a:extLst>
              <a:ext uri="{FF2B5EF4-FFF2-40B4-BE49-F238E27FC236}">
                <a16:creationId xmlns:a16="http://schemas.microsoft.com/office/drawing/2014/main" id="{B3ECBD33-0A6B-46DD-A470-5F1E6A98E99C}"/>
              </a:ext>
            </a:extLst>
          </p:cNvPr>
          <p:cNvSpPr txBox="1">
            <a:spLocks noGrp="1"/>
          </p:cNvSpPr>
          <p:nvPr>
            <p:ph type="body" idx="4294967295"/>
          </p:nvPr>
        </p:nvSpPr>
        <p:spPr/>
        <p:txBody>
          <a:bodyPr vert="horz"/>
          <a:lstStyle/>
          <a:p>
            <a:pPr lvl="0">
              <a:buSzPct val="45000"/>
              <a:buFont typeface="StarSymbol"/>
              <a:buChar char="●"/>
            </a:pPr>
            <a:r>
              <a:rPr lang="en-GB"/>
              <a:t>We need more operators:</a:t>
            </a:r>
          </a:p>
        </p:txBody>
      </p:sp>
      <p:graphicFrame>
        <p:nvGraphicFramePr>
          <p:cNvPr id="4" name="Table 3">
            <a:extLst>
              <a:ext uri="{FF2B5EF4-FFF2-40B4-BE49-F238E27FC236}">
                <a16:creationId xmlns:a16="http://schemas.microsoft.com/office/drawing/2014/main" id="{1BACE2A9-0394-4F06-BBD1-C943D6418A0F}"/>
              </a:ext>
            </a:extLst>
          </p:cNvPr>
          <p:cNvGraphicFramePr>
            <a:graphicFrameLocks noGrp="1"/>
          </p:cNvGraphicFramePr>
          <p:nvPr/>
        </p:nvGraphicFramePr>
        <p:xfrm>
          <a:off x="514080" y="1866599"/>
          <a:ext cx="9385919" cy="3533399"/>
        </p:xfrm>
        <a:graphic>
          <a:graphicData uri="http://schemas.openxmlformats.org/drawingml/2006/table">
            <a:tbl>
              <a:tblPr firstRow="1" bandRow="1">
                <a:tableStyleId>{944EE777-4E55-4A2D-A347-449C533802BB}</a:tableStyleId>
              </a:tblPr>
              <a:tblGrid>
                <a:gridCol w="1564200">
                  <a:extLst>
                    <a:ext uri="{9D8B030D-6E8A-4147-A177-3AD203B41FA5}">
                      <a16:colId xmlns:a16="http://schemas.microsoft.com/office/drawing/2014/main" val="1878490188"/>
                    </a:ext>
                  </a:extLst>
                </a:gridCol>
                <a:gridCol w="1564200">
                  <a:extLst>
                    <a:ext uri="{9D8B030D-6E8A-4147-A177-3AD203B41FA5}">
                      <a16:colId xmlns:a16="http://schemas.microsoft.com/office/drawing/2014/main" val="72799279"/>
                    </a:ext>
                  </a:extLst>
                </a:gridCol>
                <a:gridCol w="1564200">
                  <a:extLst>
                    <a:ext uri="{9D8B030D-6E8A-4147-A177-3AD203B41FA5}">
                      <a16:colId xmlns:a16="http://schemas.microsoft.com/office/drawing/2014/main" val="2788689256"/>
                    </a:ext>
                  </a:extLst>
                </a:gridCol>
                <a:gridCol w="1564200">
                  <a:extLst>
                    <a:ext uri="{9D8B030D-6E8A-4147-A177-3AD203B41FA5}">
                      <a16:colId xmlns:a16="http://schemas.microsoft.com/office/drawing/2014/main" val="119955957"/>
                    </a:ext>
                  </a:extLst>
                </a:gridCol>
                <a:gridCol w="1564200">
                  <a:extLst>
                    <a:ext uri="{9D8B030D-6E8A-4147-A177-3AD203B41FA5}">
                      <a16:colId xmlns:a16="http://schemas.microsoft.com/office/drawing/2014/main" val="3163618911"/>
                    </a:ext>
                  </a:extLst>
                </a:gridCol>
                <a:gridCol w="1564919">
                  <a:extLst>
                    <a:ext uri="{9D8B030D-6E8A-4147-A177-3AD203B41FA5}">
                      <a16:colId xmlns:a16="http://schemas.microsoft.com/office/drawing/2014/main" val="2690000259"/>
                    </a:ext>
                  </a:extLst>
                </a:gridCol>
              </a:tblGrid>
              <a:tr h="852120">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Equal</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Not Equal</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Greater than</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Less than</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Greater than or equal to</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Less than or equal to</a:t>
                      </a:r>
                    </a:p>
                  </a:txBody>
                  <a:tcPr/>
                </a:tc>
                <a:extLst>
                  <a:ext uri="{0D108BD9-81ED-4DB2-BD59-A6C34878D82A}">
                    <a16:rowId xmlns:a16="http://schemas.microsoft.com/office/drawing/2014/main" val="2577146357"/>
                  </a:ext>
                </a:extLst>
              </a:tr>
              <a:tr h="893160">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&gt;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&lt;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&gt;=</a:t>
                      </a:r>
                    </a:p>
                  </a:txBody>
                  <a:tcPr/>
                </a:tc>
                <a:tc>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&lt;=</a:t>
                      </a:r>
                    </a:p>
                  </a:txBody>
                  <a:tcPr/>
                </a:tc>
                <a:extLst>
                  <a:ext uri="{0D108BD9-81ED-4DB2-BD59-A6C34878D82A}">
                    <a16:rowId xmlns:a16="http://schemas.microsoft.com/office/drawing/2014/main" val="1249945644"/>
                  </a:ext>
                </a:extLst>
              </a:tr>
              <a:tr h="893160">
                <a:tc gridSpan="2">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And</a:t>
                      </a:r>
                    </a:p>
                  </a:txBody>
                  <a:tcPr/>
                </a:tc>
                <a:tc hMerge="1">
                  <a:txBody>
                    <a:bodyPr/>
                    <a:lstStyle/>
                    <a:p>
                      <a:endParaRPr lang="en-GB"/>
                    </a:p>
                  </a:txBody>
                  <a:tcPr/>
                </a:tc>
                <a:tc gridSpan="2">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Or</a:t>
                      </a:r>
                    </a:p>
                  </a:txBody>
                  <a:tcPr/>
                </a:tc>
                <a:tc hMerge="1">
                  <a:txBody>
                    <a:bodyPr/>
                    <a:lstStyle/>
                    <a:p>
                      <a:endParaRPr lang="en-GB"/>
                    </a:p>
                  </a:txBody>
                  <a:tcPr/>
                </a:tc>
                <a:tc gridSpan="2">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Not</a:t>
                      </a:r>
                    </a:p>
                  </a:txBody>
                  <a:tcPr/>
                </a:tc>
                <a:tc hMerge="1">
                  <a:txBody>
                    <a:bodyPr/>
                    <a:lstStyle/>
                    <a:p>
                      <a:endParaRPr lang="en-GB"/>
                    </a:p>
                  </a:txBody>
                  <a:tcPr/>
                </a:tc>
                <a:extLst>
                  <a:ext uri="{0D108BD9-81ED-4DB2-BD59-A6C34878D82A}">
                    <a16:rowId xmlns:a16="http://schemas.microsoft.com/office/drawing/2014/main" val="3312672898"/>
                  </a:ext>
                </a:extLst>
              </a:tr>
              <a:tr h="894959">
                <a:tc gridSpan="2">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“and”</a:t>
                      </a:r>
                    </a:p>
                  </a:txBody>
                  <a:tcPr/>
                </a:tc>
                <a:tc hMerge="1">
                  <a:txBody>
                    <a:bodyPr/>
                    <a:lstStyle/>
                    <a:p>
                      <a:endParaRPr lang="en-GB"/>
                    </a:p>
                  </a:txBody>
                  <a:tcPr/>
                </a:tc>
                <a:tc gridSpan="2">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“or”</a:t>
                      </a:r>
                    </a:p>
                  </a:txBody>
                  <a:tcPr/>
                </a:tc>
                <a:tc hMerge="1">
                  <a:txBody>
                    <a:bodyPr/>
                    <a:lstStyle/>
                    <a:p>
                      <a:endParaRPr lang="en-GB"/>
                    </a:p>
                  </a:txBody>
                  <a:tcPr/>
                </a:tc>
                <a:tc gridSpan="2">
                  <a:txBody>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“not”</a:t>
                      </a:r>
                    </a:p>
                  </a:txBody>
                  <a:tcPr/>
                </a:tc>
                <a:tc hMerge="1">
                  <a:txBody>
                    <a:bodyPr/>
                    <a:lstStyle/>
                    <a:p>
                      <a:endParaRPr lang="en-GB"/>
                    </a:p>
                  </a:txBody>
                  <a:tcPr/>
                </a:tc>
                <a:extLst>
                  <a:ext uri="{0D108BD9-81ED-4DB2-BD59-A6C34878D82A}">
                    <a16:rowId xmlns:a16="http://schemas.microsoft.com/office/drawing/2014/main" val="331913932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age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DE55A-FB3A-4FF0-8781-53B2F110A2AF}"/>
              </a:ext>
            </a:extLst>
          </p:cNvPr>
          <p:cNvSpPr txBox="1">
            <a:spLocks noGrp="1"/>
          </p:cNvSpPr>
          <p:nvPr>
            <p:ph type="title" idx="4294967295"/>
          </p:nvPr>
        </p:nvSpPr>
        <p:spPr/>
        <p:txBody>
          <a:bodyPr vert="horz"/>
          <a:lstStyle/>
          <a:p>
            <a:pPr lvl="0"/>
            <a:r>
              <a:rPr lang="en-GB"/>
              <a:t>End result...</a:t>
            </a:r>
          </a:p>
        </p:txBody>
      </p:sp>
      <p:sp>
        <p:nvSpPr>
          <p:cNvPr id="3" name="Text Placeholder 2">
            <a:extLst>
              <a:ext uri="{FF2B5EF4-FFF2-40B4-BE49-F238E27FC236}">
                <a16:creationId xmlns:a16="http://schemas.microsoft.com/office/drawing/2014/main" id="{32906985-AE61-49C4-A453-1EC2EC9C62E7}"/>
              </a:ext>
            </a:extLst>
          </p:cNvPr>
          <p:cNvSpPr txBox="1">
            <a:spLocks noGrp="1"/>
          </p:cNvSpPr>
          <p:nvPr>
            <p:ph type="body" idx="4294967295"/>
          </p:nvPr>
        </p:nvSpPr>
        <p:spPr>
          <a:xfrm>
            <a:off x="503999" y="1326600"/>
            <a:ext cx="9071640" cy="1913399"/>
          </a:xfrm>
        </p:spPr>
        <p:txBody>
          <a:bodyPr vert="horz"/>
          <a:lstStyle/>
          <a:p>
            <a:pPr lvl="0">
              <a:buSzPct val="45000"/>
              <a:buFont typeface="StarSymbol"/>
              <a:buChar char="●"/>
            </a:pPr>
            <a:r>
              <a:rPr lang="en-GB"/>
              <a:t>So here we have a program that will only print out the whole numbers</a:t>
            </a:r>
          </a:p>
          <a:p>
            <a:pPr lvl="0">
              <a:buSzPct val="45000"/>
              <a:buFont typeface="StarSymbol"/>
              <a:buChar char="●"/>
            </a:pPr>
            <a:r>
              <a:rPr lang="en-GB"/>
              <a:t>We are nearly there – can we eliminate the human element necessary to read these numbers and then add them?</a:t>
            </a:r>
          </a:p>
        </p:txBody>
      </p:sp>
      <p:pic>
        <p:nvPicPr>
          <p:cNvPr id="4" name="Picture 3">
            <a:extLst>
              <a:ext uri="{FF2B5EF4-FFF2-40B4-BE49-F238E27FC236}">
                <a16:creationId xmlns:a16="http://schemas.microsoft.com/office/drawing/2014/main" id="{20EFD1C4-21BB-4020-BA6C-8491541958E1}"/>
              </a:ext>
            </a:extLst>
          </p:cNvPr>
          <p:cNvPicPr>
            <a:picLocks noChangeAspect="1"/>
          </p:cNvPicPr>
          <p:nvPr/>
        </p:nvPicPr>
        <p:blipFill>
          <a:blip r:embed="rId3">
            <a:lum/>
            <a:alphaModFix/>
          </a:blip>
          <a:srcRect/>
          <a:stretch>
            <a:fillRect/>
          </a:stretch>
        </p:blipFill>
        <p:spPr>
          <a:xfrm>
            <a:off x="540000" y="3459959"/>
            <a:ext cx="5943240" cy="1760040"/>
          </a:xfrm>
          <a:prstGeom prst="rect">
            <a:avLst/>
          </a:prstGeom>
          <a:noFill/>
          <a:ln>
            <a:noFill/>
          </a:ln>
        </p:spPr>
      </p:pic>
      <p:pic>
        <p:nvPicPr>
          <p:cNvPr id="5" name="Picture 4">
            <a:extLst>
              <a:ext uri="{FF2B5EF4-FFF2-40B4-BE49-F238E27FC236}">
                <a16:creationId xmlns:a16="http://schemas.microsoft.com/office/drawing/2014/main" id="{4F2BEE70-8700-4AE9-8C2E-F10D89F19BDD}"/>
              </a:ext>
            </a:extLst>
          </p:cNvPr>
          <p:cNvPicPr>
            <a:picLocks noChangeAspect="1"/>
          </p:cNvPicPr>
          <p:nvPr/>
        </p:nvPicPr>
        <p:blipFill>
          <a:blip r:embed="rId4">
            <a:lum/>
            <a:alphaModFix/>
          </a:blip>
          <a:srcRect/>
          <a:stretch>
            <a:fillRect/>
          </a:stretch>
        </p:blipFill>
        <p:spPr>
          <a:xfrm>
            <a:off x="6840000" y="3596400"/>
            <a:ext cx="1028519" cy="7235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age2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0DC10-C9FA-429B-A0DC-7276ACAC370A}"/>
              </a:ext>
            </a:extLst>
          </p:cNvPr>
          <p:cNvSpPr txBox="1">
            <a:spLocks noGrp="1"/>
          </p:cNvSpPr>
          <p:nvPr>
            <p:ph type="title" idx="4294967295"/>
          </p:nvPr>
        </p:nvSpPr>
        <p:spPr/>
        <p:txBody>
          <a:bodyPr vert="horz"/>
          <a:lstStyle/>
          <a:p>
            <a:pPr lvl="0"/>
            <a:r>
              <a:rPr lang="en-GB"/>
              <a:t>A program that does it all…</a:t>
            </a:r>
          </a:p>
        </p:txBody>
      </p:sp>
      <p:sp>
        <p:nvSpPr>
          <p:cNvPr id="3" name="Text Placeholder 2">
            <a:extLst>
              <a:ext uri="{FF2B5EF4-FFF2-40B4-BE49-F238E27FC236}">
                <a16:creationId xmlns:a16="http://schemas.microsoft.com/office/drawing/2014/main" id="{85BEE43F-74AE-40B6-82D9-E6B53E1D80DE}"/>
              </a:ext>
            </a:extLst>
          </p:cNvPr>
          <p:cNvSpPr txBox="1">
            <a:spLocks noGrp="1"/>
          </p:cNvSpPr>
          <p:nvPr>
            <p:ph type="body" idx="4294967295"/>
          </p:nvPr>
        </p:nvSpPr>
        <p:spPr>
          <a:xfrm>
            <a:off x="503999" y="1326600"/>
            <a:ext cx="9071640" cy="1013399"/>
          </a:xfrm>
        </p:spPr>
        <p:txBody>
          <a:bodyPr vert="horz"/>
          <a:lstStyle/>
          <a:p>
            <a:pPr lvl="0">
              <a:buSzPct val="45000"/>
              <a:buFont typeface="StarSymbol"/>
              <a:buChar char="●"/>
            </a:pPr>
            <a:r>
              <a:rPr lang="en-GB"/>
              <a:t>This gets us to here...</a:t>
            </a:r>
          </a:p>
        </p:txBody>
      </p:sp>
      <p:pic>
        <p:nvPicPr>
          <p:cNvPr id="4" name="Picture 3">
            <a:extLst>
              <a:ext uri="{FF2B5EF4-FFF2-40B4-BE49-F238E27FC236}">
                <a16:creationId xmlns:a16="http://schemas.microsoft.com/office/drawing/2014/main" id="{12F738B6-FA92-4B3C-AA31-20829A3D324B}"/>
              </a:ext>
            </a:extLst>
          </p:cNvPr>
          <p:cNvPicPr>
            <a:picLocks noChangeAspect="1"/>
          </p:cNvPicPr>
          <p:nvPr/>
        </p:nvPicPr>
        <p:blipFill>
          <a:blip r:embed="rId3">
            <a:lum/>
            <a:alphaModFix/>
          </a:blip>
          <a:srcRect/>
          <a:stretch>
            <a:fillRect/>
          </a:stretch>
        </p:blipFill>
        <p:spPr>
          <a:xfrm>
            <a:off x="811080" y="2340000"/>
            <a:ext cx="5668919" cy="2994480"/>
          </a:xfrm>
          <a:prstGeom prst="rect">
            <a:avLst/>
          </a:prstGeom>
          <a:noFill/>
          <a:ln>
            <a:noFill/>
          </a:ln>
        </p:spPr>
      </p:pic>
      <p:pic>
        <p:nvPicPr>
          <p:cNvPr id="5" name="Picture 4">
            <a:extLst>
              <a:ext uri="{FF2B5EF4-FFF2-40B4-BE49-F238E27FC236}">
                <a16:creationId xmlns:a16="http://schemas.microsoft.com/office/drawing/2014/main" id="{F61CA2CB-ED41-4471-ACB4-079DF0BAF212}"/>
              </a:ext>
            </a:extLst>
          </p:cNvPr>
          <p:cNvPicPr>
            <a:picLocks noChangeAspect="1"/>
          </p:cNvPicPr>
          <p:nvPr/>
        </p:nvPicPr>
        <p:blipFill>
          <a:blip r:embed="rId4">
            <a:lum/>
            <a:alphaModFix/>
          </a:blip>
          <a:srcRect/>
          <a:stretch>
            <a:fillRect/>
          </a:stretch>
        </p:blipFill>
        <p:spPr>
          <a:xfrm>
            <a:off x="7523999" y="4122360"/>
            <a:ext cx="396000" cy="19764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C7377-E96C-49C2-A61A-021AB0BF968E}"/>
              </a:ext>
            </a:extLst>
          </p:cNvPr>
          <p:cNvSpPr txBox="1">
            <a:spLocks noGrp="1"/>
          </p:cNvSpPr>
          <p:nvPr>
            <p:ph type="title" idx="4294967295"/>
          </p:nvPr>
        </p:nvSpPr>
        <p:spPr/>
        <p:txBody>
          <a:bodyPr vert="horz"/>
          <a:lstStyle/>
          <a:p>
            <a:pPr lvl="0"/>
            <a:r>
              <a:rPr lang="en-GB"/>
              <a:t>A program that does it all…</a:t>
            </a:r>
          </a:p>
        </p:txBody>
      </p:sp>
      <p:sp>
        <p:nvSpPr>
          <p:cNvPr id="3" name="Text Placeholder 2">
            <a:extLst>
              <a:ext uri="{FF2B5EF4-FFF2-40B4-BE49-F238E27FC236}">
                <a16:creationId xmlns:a16="http://schemas.microsoft.com/office/drawing/2014/main" id="{5630AE4F-E83B-4B25-A8EF-DDF631E35E34}"/>
              </a:ext>
            </a:extLst>
          </p:cNvPr>
          <p:cNvSpPr txBox="1">
            <a:spLocks noGrp="1"/>
          </p:cNvSpPr>
          <p:nvPr>
            <p:ph type="body" idx="4294967295"/>
          </p:nvPr>
        </p:nvSpPr>
        <p:spPr>
          <a:xfrm>
            <a:off x="503999" y="1326600"/>
            <a:ext cx="9071640" cy="1013399"/>
          </a:xfrm>
        </p:spPr>
        <p:txBody>
          <a:bodyPr vert="horz"/>
          <a:lstStyle/>
          <a:p>
            <a:pPr lvl="0">
              <a:buSzPct val="45000"/>
              <a:buFont typeface="StarSymbol"/>
              <a:buChar char="●"/>
            </a:pPr>
            <a:r>
              <a:rPr lang="en-GB"/>
              <a:t>This gets us to here...</a:t>
            </a:r>
          </a:p>
        </p:txBody>
      </p:sp>
      <p:pic>
        <p:nvPicPr>
          <p:cNvPr id="4" name="Picture 3">
            <a:extLst>
              <a:ext uri="{FF2B5EF4-FFF2-40B4-BE49-F238E27FC236}">
                <a16:creationId xmlns:a16="http://schemas.microsoft.com/office/drawing/2014/main" id="{589840B8-1EF4-4007-920A-99943922021A}"/>
              </a:ext>
            </a:extLst>
          </p:cNvPr>
          <p:cNvPicPr>
            <a:picLocks noChangeAspect="1"/>
          </p:cNvPicPr>
          <p:nvPr/>
        </p:nvPicPr>
        <p:blipFill>
          <a:blip r:embed="rId3">
            <a:lum/>
            <a:alphaModFix/>
          </a:blip>
          <a:srcRect/>
          <a:stretch>
            <a:fillRect/>
          </a:stretch>
        </p:blipFill>
        <p:spPr>
          <a:xfrm>
            <a:off x="271080" y="2340000"/>
            <a:ext cx="5668919" cy="2994480"/>
          </a:xfrm>
          <a:prstGeom prst="rect">
            <a:avLst/>
          </a:prstGeom>
          <a:noFill/>
          <a:ln>
            <a:noFill/>
          </a:ln>
        </p:spPr>
      </p:pic>
      <p:pic>
        <p:nvPicPr>
          <p:cNvPr id="5" name="Picture 4">
            <a:extLst>
              <a:ext uri="{FF2B5EF4-FFF2-40B4-BE49-F238E27FC236}">
                <a16:creationId xmlns:a16="http://schemas.microsoft.com/office/drawing/2014/main" id="{44895865-7577-4B91-856E-A1E1CD622C68}"/>
              </a:ext>
            </a:extLst>
          </p:cNvPr>
          <p:cNvPicPr>
            <a:picLocks noChangeAspect="1"/>
          </p:cNvPicPr>
          <p:nvPr/>
        </p:nvPicPr>
        <p:blipFill>
          <a:blip r:embed="rId4">
            <a:lum/>
            <a:alphaModFix/>
          </a:blip>
          <a:srcRect/>
          <a:stretch>
            <a:fillRect/>
          </a:stretch>
        </p:blipFill>
        <p:spPr>
          <a:xfrm>
            <a:off x="6660000" y="4500000"/>
            <a:ext cx="396000" cy="197640"/>
          </a:xfrm>
          <a:prstGeom prst="rect">
            <a:avLst/>
          </a:prstGeom>
          <a:noFill/>
          <a:ln>
            <a:noFill/>
          </a:ln>
        </p:spPr>
      </p:pic>
      <p:sp>
        <p:nvSpPr>
          <p:cNvPr id="6" name="Freeform: Shape 5">
            <a:extLst>
              <a:ext uri="{FF2B5EF4-FFF2-40B4-BE49-F238E27FC236}">
                <a16:creationId xmlns:a16="http://schemas.microsoft.com/office/drawing/2014/main" id="{E91EB8B6-6486-4E2F-BBFB-12C462B99C22}"/>
              </a:ext>
            </a:extLst>
          </p:cNvPr>
          <p:cNvSpPr/>
          <p:nvPr/>
        </p:nvSpPr>
        <p:spPr>
          <a:xfrm>
            <a:off x="5760000" y="1800000"/>
            <a:ext cx="4500000" cy="270000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noFill/>
          <a:ln w="18000">
            <a:solidFill>
              <a:srgbClr val="FF0000"/>
            </a:solidFill>
            <a:prstDash val="solid"/>
          </a:ln>
        </p:spPr>
        <p:txBody>
          <a:bodyPr vert="horz" wrap="none" lIns="90000" tIns="45000" rIns="90000" bIns="45000" anchor="ctr" anchorCtr="0" compatLnSpc="0">
            <a:noAutofit/>
          </a:bodyPr>
          <a:lstStyle/>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The “</a:t>
            </a:r>
            <a:r>
              <a:rPr lang="en-GB" sz="1800" b="1" i="0" u="none" strike="noStrike" kern="1200" cap="none">
                <a:ln>
                  <a:noFill/>
                </a:ln>
                <a:solidFill>
                  <a:srgbClr val="000000"/>
                </a:solidFill>
                <a:latin typeface="Liberation Sans" pitchFamily="18"/>
                <a:ea typeface="DejaVu Sans" pitchFamily="2"/>
                <a:cs typeface="DejaVu Sans" pitchFamily="2"/>
              </a:rPr>
              <a:t>global</a:t>
            </a:r>
            <a:r>
              <a:rPr lang="en-GB" sz="1800" b="0" i="0" u="none" strike="noStrike" kern="1200" cap="none">
                <a:ln>
                  <a:noFill/>
                </a:ln>
                <a:solidFill>
                  <a:srgbClr val="000000"/>
                </a:solidFill>
                <a:latin typeface="Liberation Sans" pitchFamily="18"/>
                <a:ea typeface="DejaVu Sans" pitchFamily="2"/>
                <a:cs typeface="DejaVu Sans" pitchFamily="2"/>
              </a:rPr>
              <a:t>” keyword</a:t>
            </a:r>
          </a:p>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here allows</a:t>
            </a:r>
          </a:p>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us to access a variable at the</a:t>
            </a:r>
          </a:p>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script level, from within</a:t>
            </a:r>
          </a:p>
          <a:p>
            <a:pPr marL="0" marR="0" lvl="0" indent="0" algn="ctr" rtl="0" hangingPunct="0">
              <a:lnSpc>
                <a:spcPct val="100000"/>
              </a:lnSpc>
              <a:spcBef>
                <a:spcPts val="0"/>
              </a:spcBef>
              <a:spcAft>
                <a:spcPts val="0"/>
              </a:spcAft>
              <a:buNone/>
              <a:tabLst/>
            </a:pPr>
            <a:r>
              <a:rPr lang="en-GB" sz="1800" b="0" i="0" u="none" strike="noStrike" kern="1200" cap="none">
                <a:ln>
                  <a:noFill/>
                </a:ln>
                <a:solidFill>
                  <a:srgbClr val="000000"/>
                </a:solidFill>
                <a:latin typeface="Liberation Sans" pitchFamily="18"/>
                <a:ea typeface="DejaVu Sans" pitchFamily="2"/>
                <a:cs typeface="DejaVu Sans" pitchFamily="2"/>
              </a:rPr>
              <a:t>a function.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page2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21B03-AF86-4720-9B94-DAF471F37918}"/>
              </a:ext>
            </a:extLst>
          </p:cNvPr>
          <p:cNvSpPr txBox="1">
            <a:spLocks noGrp="1"/>
          </p:cNvSpPr>
          <p:nvPr>
            <p:ph type="title" idx="4294967295"/>
          </p:nvPr>
        </p:nvSpPr>
        <p:spPr/>
        <p:txBody>
          <a:bodyPr vert="horz"/>
          <a:lstStyle/>
          <a:p>
            <a:pPr lvl="0"/>
            <a:r>
              <a:rPr lang="en-GB"/>
              <a:t>Tutorial</a:t>
            </a:r>
          </a:p>
        </p:txBody>
      </p:sp>
      <p:sp>
        <p:nvSpPr>
          <p:cNvPr id="3" name="Text Placeholder 2">
            <a:extLst>
              <a:ext uri="{FF2B5EF4-FFF2-40B4-BE49-F238E27FC236}">
                <a16:creationId xmlns:a16="http://schemas.microsoft.com/office/drawing/2014/main" id="{3EE8AF51-DF13-4B56-868D-C45B6FE7795B}"/>
              </a:ext>
            </a:extLst>
          </p:cNvPr>
          <p:cNvSpPr txBox="1">
            <a:spLocks noGrp="1"/>
          </p:cNvSpPr>
          <p:nvPr>
            <p:ph type="body" idx="4294967295"/>
          </p:nvPr>
        </p:nvSpPr>
        <p:spPr/>
        <p:txBody>
          <a:bodyPr vert="horz">
            <a:normAutofit lnSpcReduction="10000"/>
          </a:bodyPr>
          <a:lstStyle/>
          <a:p>
            <a:pPr lvl="0">
              <a:buSzPct val="45000"/>
              <a:buFont typeface="StarSymbol"/>
              <a:buChar char="●"/>
            </a:pPr>
            <a:r>
              <a:rPr lang="en-GB" dirty="0"/>
              <a:t>Using the code given to you and described throughout the lecture, and googling any resources you wish</a:t>
            </a:r>
          </a:p>
          <a:p>
            <a:pPr lvl="0">
              <a:buSzPct val="45000"/>
              <a:buFont typeface="StarSymbol"/>
              <a:buChar char="●"/>
            </a:pPr>
            <a:r>
              <a:rPr lang="en-GB" dirty="0"/>
              <a:t>Expand upon our program to gain the sum of all multiples of 3 or 5 below 1000</a:t>
            </a:r>
          </a:p>
          <a:p>
            <a:pPr lvl="0">
              <a:buSzPct val="45000"/>
              <a:buFont typeface="StarSymbol"/>
              <a:buChar char="●"/>
            </a:pPr>
            <a:r>
              <a:rPr lang="en-GB" dirty="0"/>
              <a:t>Having completed that task successfully, use the same knowledge to attempt the following tasks:</a:t>
            </a:r>
          </a:p>
          <a:p>
            <a:pPr lvl="0">
              <a:buSzPct val="45000"/>
              <a:buFont typeface="StarSymbol"/>
              <a:buChar char="●"/>
            </a:pPr>
            <a:r>
              <a:rPr lang="en-GB" dirty="0"/>
              <a:t>Find the sum of all multiples of 3, 4 or 8 below 100,000</a:t>
            </a:r>
          </a:p>
          <a:p>
            <a:pPr lvl="0">
              <a:buSzPct val="45000"/>
              <a:buFont typeface="StarSymbol"/>
              <a:buChar char="●"/>
            </a:pPr>
            <a:r>
              <a:rPr lang="en-GB" dirty="0"/>
              <a:t>Find the sum of all multiples of 3, 5 or 9 below 100,000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age2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25374-FEFB-485C-8343-0ECC446E029C}"/>
              </a:ext>
            </a:extLst>
          </p:cNvPr>
          <p:cNvSpPr txBox="1">
            <a:spLocks noGrp="1"/>
          </p:cNvSpPr>
          <p:nvPr>
            <p:ph type="title" idx="4294967295"/>
          </p:nvPr>
        </p:nvSpPr>
        <p:spPr/>
        <p:txBody>
          <a:bodyPr vert="horz"/>
          <a:lstStyle/>
          <a:p>
            <a:pPr lvl="0"/>
            <a:r>
              <a:rPr lang="en-GB"/>
              <a:t>Tips!</a:t>
            </a:r>
          </a:p>
        </p:txBody>
      </p:sp>
      <p:sp>
        <p:nvSpPr>
          <p:cNvPr id="3" name="Text Placeholder 2">
            <a:extLst>
              <a:ext uri="{FF2B5EF4-FFF2-40B4-BE49-F238E27FC236}">
                <a16:creationId xmlns:a16="http://schemas.microsoft.com/office/drawing/2014/main" id="{19DA07E8-7C3B-4523-94CD-F9D4365F5C78}"/>
              </a:ext>
            </a:extLst>
          </p:cNvPr>
          <p:cNvSpPr txBox="1">
            <a:spLocks noGrp="1"/>
          </p:cNvSpPr>
          <p:nvPr>
            <p:ph type="body" idx="4294967295"/>
          </p:nvPr>
        </p:nvSpPr>
        <p:spPr/>
        <p:txBody>
          <a:bodyPr vert="horz">
            <a:normAutofit fontScale="92500" lnSpcReduction="10000"/>
          </a:bodyPr>
          <a:lstStyle/>
          <a:p>
            <a:pPr lvl="0">
              <a:buSzPct val="45000"/>
              <a:buFont typeface="StarSymbol"/>
              <a:buChar char="●"/>
            </a:pPr>
            <a:r>
              <a:rPr lang="en-GB" dirty="0"/>
              <a:t>Remember to break the problem down into small parts</a:t>
            </a:r>
          </a:p>
          <a:p>
            <a:pPr lvl="0">
              <a:buSzPct val="45000"/>
              <a:buFont typeface="StarSymbol"/>
              <a:buChar char="●"/>
            </a:pPr>
            <a:r>
              <a:rPr lang="en-GB" dirty="0"/>
              <a:t>Remember to use all of the python coding tools at your disposal</a:t>
            </a:r>
          </a:p>
          <a:p>
            <a:pPr lvl="0">
              <a:buSzPct val="45000"/>
              <a:buFont typeface="StarSymbol"/>
              <a:buChar char="●"/>
            </a:pPr>
            <a:r>
              <a:rPr lang="en-GB" dirty="0"/>
              <a:t>Don’t be afraid to look back through slides for reminders, or use google or internet search – I’m definitely not expecting you to memorise this stuff</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Data scientists do not memorise every single possible combination of  python commands – nobody does as there are simply too many</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You learn the most common ones, the best approaches, and rely on documentation where necessary</a:t>
            </a:r>
          </a:p>
          <a:p>
            <a:pPr marL="0" lvl="1" indent="0" hangingPunct="0">
              <a:spcBef>
                <a:spcPts val="1060"/>
              </a:spcBef>
              <a:buSzPct val="75000"/>
              <a:buFont typeface="StarSymbol"/>
              <a:buChar char="–"/>
            </a:pPr>
            <a:r>
              <a:rPr lang="en-GB" dirty="0">
                <a:highlight>
                  <a:scrgbClr r="0" g="0" b="0">
                    <a:alpha val="0"/>
                  </a:scrgbClr>
                </a:highlight>
                <a:latin typeface="Liberation Sans" pitchFamily="18"/>
              </a:rPr>
              <a:t>So it is not “cheating” to look things up! It is good practice!</a:t>
            </a:r>
          </a:p>
        </p:txBody>
      </p:sp>
    </p:spTree>
  </p:cSld>
  <p:clrMapOvr>
    <a:masterClrMapping/>
  </p:clrMapOvr>
</p:sld>
</file>

<file path=ppt/theme/theme1.xml><?xml version="1.0" encoding="utf-8"?>
<a:theme xmlns:a="http://schemas.openxmlformats.org/drawingml/2006/main" name="Blueprint Plan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and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lueprint Plans-4: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Standard-4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1398</Words>
  <Application>Microsoft Office PowerPoint</Application>
  <PresentationFormat>Custom</PresentationFormat>
  <Paragraphs>166</Paragraphs>
  <Slides>27</Slides>
  <Notes>27</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27</vt:i4>
      </vt:variant>
    </vt:vector>
  </HeadingPairs>
  <TitlesOfParts>
    <vt:vector size="35" baseType="lpstr">
      <vt:lpstr>Arial</vt:lpstr>
      <vt:lpstr>Calibri</vt:lpstr>
      <vt:lpstr>Liberation Sans</vt:lpstr>
      <vt:lpstr>StarSymbol</vt:lpstr>
      <vt:lpstr>Blueprint Plans</vt:lpstr>
      <vt:lpstr>Standard</vt:lpstr>
      <vt:lpstr>Blueprint Plans-4:3</vt:lpstr>
      <vt:lpstr>Standard-43</vt:lpstr>
      <vt:lpstr>CT7201 Python Notebooks and Scripting</vt:lpstr>
      <vt:lpstr>Functions</vt:lpstr>
      <vt:lpstr>Type Annotation</vt:lpstr>
      <vt:lpstr>Control Flow</vt:lpstr>
      <vt:lpstr>Control Flow</vt:lpstr>
      <vt:lpstr>Control Flow</vt:lpstr>
      <vt:lpstr>Control Flow</vt:lpstr>
      <vt:lpstr>Control Flow</vt:lpstr>
      <vt:lpstr>Control Flow</vt:lpstr>
      <vt:lpstr>Control Flow</vt:lpstr>
      <vt:lpstr>Operators</vt:lpstr>
      <vt:lpstr>So we can use Python just like a calculator</vt:lpstr>
      <vt:lpstr>Task 1</vt:lpstr>
      <vt:lpstr>You hopefully wrote something like this</vt:lpstr>
      <vt:lpstr>PowerPoint Presentation</vt:lpstr>
      <vt:lpstr>And there is!</vt:lpstr>
      <vt:lpstr>For loops in Python</vt:lpstr>
      <vt:lpstr>For loops</vt:lpstr>
      <vt:lpstr>Like so</vt:lpstr>
      <vt:lpstr>Like so…!</vt:lpstr>
      <vt:lpstr>Can we go further?</vt:lpstr>
      <vt:lpstr>Conditional statements?</vt:lpstr>
      <vt:lpstr>End result...</vt:lpstr>
      <vt:lpstr>A program that does it all…</vt:lpstr>
      <vt:lpstr>A program that does it all…</vt:lpstr>
      <vt:lpstr>Tutorial</vt:lpstr>
      <vt:lpstr>Tips!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Blueprint Plans</dc:title>
  <dc:creator>William Sayers</dc:creator>
  <cp:lastModifiedBy>William Sayers</cp:lastModifiedBy>
  <cp:revision>19</cp:revision>
  <dcterms:created xsi:type="dcterms:W3CDTF">2020-12-27T17:30:23Z</dcterms:created>
  <dcterms:modified xsi:type="dcterms:W3CDTF">2022-01-26T16:56:30Z</dcterms:modified>
</cp:coreProperties>
</file>