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19"/>
  </p:notesMasterIdLst>
  <p:handoutMasterIdLst>
    <p:handoutMasterId r:id="rId20"/>
  </p:handout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8" r:id="rId15"/>
    <p:sldId id="269" r:id="rId16"/>
    <p:sldId id="271" r:id="rId17"/>
    <p:sldId id="273" r:id="rId18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7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A8E92B-C997-42EB-A757-2183C005B99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EB39D-7A17-45BF-8ED2-DC740C5CE31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2CAC4-D603-4AEB-9CEC-E1A7ED7F294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F8A90-9D9F-4728-8560-7EE1C1A608C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712201E-B84D-4362-9214-8743B397AB3A}" type="slidenum">
              <a:t>‹#›</a:t>
            </a:fld>
            <a:endParaRPr lang="en-GB" sz="1400" b="0" i="0" u="none" strike="noStrike" kern="1200" cap="none">
              <a:ln>
                <a:noFill/>
              </a:ln>
              <a:solidFill>
                <a:srgbClr val="FFFFFF"/>
              </a:solidFill>
              <a:latin typeface="Liberation Sans" pitchFamily="18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7286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F8069-DA7D-4C38-AF8B-131B51245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649B5-C0F8-4AB0-9679-86217DDE87D5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082AF8A-64F5-4E3B-A833-3066CE67EC0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37CFB-93F3-4A41-8DFF-23B61939209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28F33-7110-4DE0-9CA1-789FF87CF88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0E0AA-C5C2-45A4-A3C7-BB4D16B34F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5BC3FC3-AFA5-48BE-A17F-59A961FC965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87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GB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6E57A-DEAD-4A20-A79B-B6126A5555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4EE64DA-9DCC-4FAA-ABC9-5969062DB9FD}" type="slidenum">
              <a:t>1</a:t>
            </a:fld>
            <a:endParaRPr lang="en-GB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AD6CF-C939-4F42-8222-C7E43712FC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AA73A-08CF-4E67-961B-253A85DB01F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0E32-65D1-4E10-AF75-6DFA7E302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6025E-9FCD-487F-A0C8-BE21CFAF1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979F-E2CA-410B-BAE2-E1DC575A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C46E1-C1D7-4CD5-BDE2-EA2695B9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3F643-B5C3-43B7-9B46-85D78D2E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2E2906-24E0-4EE9-9B10-1D6CAD8EF64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58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C3BA-1DA0-456C-95EF-60676536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B1F3D-A42A-4FEA-B885-300DCAD5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BF99-6C6B-46CB-B279-BE66CA99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5A07C-F908-4135-95AF-EED53EE5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DD624-4247-4574-BB22-919049F6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A88BCB7-153B-498E-BCC0-E068BC0B9D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7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9115-8ACD-45F3-8E66-4FA2F497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D67DF-4EAB-4916-BDAD-6D1DEBF70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DA097-1F80-457C-AB3B-29362C14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382C7-3240-48E8-9A1B-5D986B29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D28B-95DC-4362-B527-B3EDA230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D75469-4082-465A-A7C5-5D125B5FB93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52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D0CE2-8FD4-4887-AD96-F1C14EDC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0D0DE-E455-410F-BF8C-D76260445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6C800-DF92-493E-8DA8-DCC8F1279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6A404-9267-4265-B07E-2CF494E0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F98FC-0C20-42AD-8323-3137D0E2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51A44-2344-4E7E-A7C3-445BB77F5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EF0789-DD6C-4A5F-8C67-517B2DAADEA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31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DC68-7216-437B-9C4C-4D359D8E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4B01B-D2EB-4E80-AD42-59C6AF6CA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1F5F5-0CB1-4E8F-A2B0-8EB990852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C01C2-83A1-45EF-9E51-160672129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C2B88-5D06-4F1A-ABDF-B418D6059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7C6784-81EC-4EBB-8BCD-9081844E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0B022D-785E-41E4-82EF-8CB2FE0E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F6E25-5238-4399-AB9C-79DF8F2B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E9E148-2255-47F0-AFBE-934570487F3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099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E31B-89DF-4190-8548-70A19143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8FA7E-E38D-4CAE-8341-B4336259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67F1A-C1CE-4168-A22D-7D5E1FA0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0990F-444A-4692-A918-B9B78CCD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529EC93-F232-45D7-8319-D51CE725167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54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7FAA4-8E62-4F98-9B9C-D2308EDA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BEEFC-14C4-4F7F-949E-C13C261E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A8895-8131-4E30-BF4A-38280D31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E380ECE-D220-4A40-AF22-D949C09F47B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050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1BB3-FE7A-4BB9-AC7B-148807974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FD20-321D-4663-8F4C-B75FC036B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3F794-5F46-41E0-A6F0-A6A9C29DE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C1935-6456-4B84-8890-C1A545B72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B82E6-1061-4F85-8A34-C56EFE734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32D61-A2BC-4773-ACD3-3C3F4ADA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35D5BA-A0A7-4355-84DA-B3B41FF4F88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16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268F-952E-400D-B507-8204434D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326EA-5F8E-4952-8600-A653DCCEF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4D02D-9062-46DD-BA07-0DC894F73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BC605-E368-433A-AB37-4DA3CC64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C7F73-DD54-45F8-BB88-1895D8AE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E7BB9-B03A-4362-8434-881382C1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3F8852-4F3A-4F14-845E-7E15CE6A05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55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F9AF-3636-4270-911E-34CF381E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D4FA7-7991-4A5B-8FB5-0E7BA1C04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C105E-3845-45AF-B84B-26B7CBD1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54414-659C-4D7B-BAF7-62813754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24656-ECE1-40A0-BEB6-91F41A9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A74F5D2-2549-45E3-9D06-8F2CFF673A1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68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FC020-F0E3-45E2-9D93-736DFC25E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2FA59-B140-4673-96C5-F987AB104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B3056-E360-4866-906E-4CF679C3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5D8E5-93C5-4481-817C-AB9888AA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C6632-7ACE-4F5D-AB7E-586924CD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45B01A-AF44-46C4-B899-82CDE54305F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846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2408-1789-4289-8CDC-D834E37B7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DD31B-68C2-49BF-8028-339C8D4E7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258F-2B4B-423A-B906-80289A08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DFC4-9F29-4F9A-99E0-B38A28A3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7D1EF-F238-4F42-86D8-03D1637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A9F17-13DF-4809-917F-68045E64C6D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093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2B6B-0E20-4BAE-AE7C-9FBB696B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5B644-6BCC-4DDA-81FA-8FA41D5DC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87CF7-7DF3-4CB3-B26F-0643E0AB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19ACD-4CC2-4EB4-A59B-206F5373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EE51B-00D3-45F8-A61B-14C5D9C4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8725D2B-54EE-4AB8-8339-079482475E3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220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4502-A2B9-4BA9-A4CB-CC22F00CC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B6F00-4CFE-492A-A472-9D35B8C3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DF1B-A6D1-4933-A55B-6C7EAF7F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7FB3F-6DC0-4664-AB8C-7B4B8FA8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A639-657F-4326-9F9C-76E4F68F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519AC3-C941-4E4B-A8A4-F8352113A3F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817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C6515-A68A-4986-99C6-8711F0C5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3C1C-00D9-446C-B5A2-70B00BFA5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2376488"/>
            <a:ext cx="4459287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29738-AC0F-4D57-98D1-98F64A6A6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2376488"/>
            <a:ext cx="4460875" cy="2752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56B92-0B0F-463A-8B9E-2E005ADB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3B596-6833-4C7A-9DFB-83BCFA37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DA5AB-AF78-4744-9D64-A0F4367E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E4688C-CF4F-4727-9B77-37AB45BCAB8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360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C3E5-A53C-4DA3-81BA-C0637E9E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D73A1-198B-4354-8453-D162AF483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BFAD6-5811-4862-8DB3-F4AFD6723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4744E-B406-4C46-BCEC-A7DF3A9AE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5F1A1-C337-496E-9DAA-724BDC98C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160CF-E573-43D6-8A98-171E992F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3BD09-E0FD-4ED0-BBE6-46BBFCC2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D1790-2A9C-40E6-B3C4-EF8B7595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241CD3-415E-4055-BEB4-B5683134BEA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7433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CC43-62A0-457F-AB87-5A5F008E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148E4-6F63-4737-B3B9-220653AA2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4D89E-51F3-40D6-8D47-6B308847B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B76A0-318C-42B7-B3EA-5DE387BD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AFB21D1-D10D-45DB-A714-5ADD0B8F117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849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BF410-DD37-4E9D-9F2E-D0E773BE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1D6C7-934C-450E-A9A3-450C7C86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AFFCD-4FC8-407A-B6EC-C6DC2B7D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6693E7-8C78-45BE-B767-46960627ABF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34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6E153-EB62-4D82-911C-D71659B2A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8585-38EA-4CA9-8824-5A40B609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08A1A-0129-4254-B77B-BE074BEE8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638FC-26D0-4CDA-98F7-FC062B3C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6B26D-423A-4679-ACA8-573A677C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08CB3-B555-486F-8F6C-1B38561D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227E3C-7797-4316-AB7C-EEB666C93F8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69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8A39-681A-48D8-81B2-10FB98A98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4A5BA-EEEE-467C-9F4D-77E107882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5B18A-BFA6-458C-BE1A-B32D295FA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0405D-6182-449B-AA40-424121B6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DAD09-B678-496C-B782-67F20DFC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301F9-9D3F-4CE7-8500-4BCB3DEA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67688F-BA15-4831-90A9-F92C8419039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762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9579-3ACC-4119-81F0-DE70477A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3074E-B71F-4581-95B6-4B4534664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4C8A9-7335-4DC5-8E5D-BCB28368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2720C-D1CA-406A-A405-62121495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7B632-A3AA-4618-9AC1-C13DADC2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093EA89-D55B-4AF9-B816-53ADF1A309E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539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B4165E-E799-43B9-9A80-756B8968C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809625"/>
            <a:ext cx="2266950" cy="4319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B10AC-4B53-4E86-B511-8C52D9708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809625"/>
            <a:ext cx="6653212" cy="4319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201CF-D070-4ADE-A826-0B0B4003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3C0ED-1A0E-4311-936E-50934D2F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58E5C-EDEE-4A0B-8522-8301981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896423-5F2C-4CAC-8702-303A9511DE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57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CEAF-E26C-4CFC-9B69-FF2AF3961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5F208-47A3-4594-88BD-FAFF7B28D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40E41-E8F3-4EBC-97B9-101EB7F8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623B0-8AB6-462E-9B36-4C40EF1E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CF73E-6577-4428-8445-9EFAC934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97A388-419A-4C75-B09B-11512760C84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892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5F6B-BC41-4C8A-8803-C03C3E70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EC171-B909-4656-A862-D502C6F36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C76F2-27EE-4111-9DEF-28142F69E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BE5D5-4A4B-4424-9702-5979B036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EE5A-1A29-47CD-9FDB-E3A3284B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F71FE74-BB92-4E1B-A32A-7DDD3F29125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375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B1A20-D705-4DEE-B5BA-293FD04C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A13CF-00E9-4250-AC04-6FD36DEC9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DBA7B-EA50-49E5-B2AA-14CFBC94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80AC9-11D8-442E-BAB7-CEE1598C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565C-97A3-49C1-A2C2-27185F23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48002D2-2050-4BC5-8B8A-0B1169BD1E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4022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2413-D9FF-4FD1-A71C-064128D5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88E3-7B45-4EFC-9308-F3EE5B459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F7FDE-D181-4F75-8CB0-0C06AF404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1302-FB21-49DE-8AC3-36A4FE29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1AA57-5B91-46A8-B8CD-C9A69F42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FE92F-0435-405C-A0E2-0C6E6DB7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719183D-E21E-4626-9E7C-81571AF707F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2604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CA428-5525-4CE4-BF93-E14ABF4A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28BA6-E9B6-4E99-BE0C-1E02DB66E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2348E-6BFD-4724-B10F-1B1F6C78E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DEA0E7-96D5-4786-895A-71C684AB1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B233E-5C5E-49F2-81E2-43E217CBE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AA87D-4E3B-46E8-8ED9-C946C1CC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8EF5B-31E7-41EA-9E6D-D895418B4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814C6-1C84-44F1-AA81-541EE5C5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CA6FE3-4842-493D-9EC3-8AE36952C87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938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2D70-A8EE-427B-8FC9-495B5EEA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252A9-8956-4FCC-A771-E6FAA9AD7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FD5DB-0F57-483D-B2EC-BB265A4B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A9460-79C6-4B54-95F1-7A763CF4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01D6FE-EEAC-43C9-B3A3-87154BF0D49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086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68152-E61C-455F-9DBE-A44803BA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1C41B-C89C-463C-96D9-FF180300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2E6E0-E302-4F32-8B24-34E235E1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D422A6-2DFA-4392-B89E-3C4BD11ED1D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5586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A600-5426-4930-ACB4-B90898D4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AC7B-1504-48DC-BB8E-7CAF6C52B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74BC5-CA80-469B-80E3-7F88A5279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99727-5AE8-424E-94CA-A01A4389E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34415-E233-479F-A1C8-97CFAE89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60E55-A546-4D2E-806C-86062A37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4F5A9A-C9C1-4A16-AC2C-CCE81302534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978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CA52-9A78-4E42-8A77-E1AEEB94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3CA24-1B31-436C-AFAF-A0CE7E131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0639D-B36A-4BB7-AFA4-3688D355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5C1CE-1A4D-4709-A768-F416AC86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DDFDF-C940-4E3A-BACA-35FBF14A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D58FB-16BE-4C01-8AA1-1924600C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BDAA26B-8F7A-4EDE-BF2A-C8B28946828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247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BA42-3C51-4555-A9DA-3BF0F3623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9B2CC-08F9-422D-9065-0DD6D64D2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E6A8-60BD-4EB9-B4FF-83CD05D1C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BFDE2-4787-4830-89D4-57888579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AEA72-CE2C-41E7-9BBF-08E9FA0E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E06701F-A5B2-478C-B55F-674A1A6FDFD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8604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54E58-AA97-4DFC-B0E0-E138E0E8E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31863-236A-4051-BCEA-6BF29061C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153B6-35CE-4CF4-B1E6-2BCD9013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44AA5-A223-42E2-A094-82A5EA6B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B90A5-0A73-4075-83A1-AA6FECBC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FAA1D42-AEE8-4576-986D-187041BFB52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34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4BCE3-5315-47B5-BD85-68190F155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5DFD6-7A22-4A1D-8940-53E987AC6C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C3EF6-5F75-494B-9E2D-538DAA4A475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253E-EFD5-4B6D-8EAD-E205AB9011D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9EA07-7C22-4F98-9824-D76A6960661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2B01A5AD-A3AA-4003-894F-18BF400D2189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GB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414"/>
        </a:spcBef>
        <a:spcAft>
          <a:spcPts val="0"/>
        </a:spcAft>
        <a:tabLst/>
        <a:defRPr lang="en-GB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8377A-7B51-47D8-9B3A-155D8B66D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810000"/>
            <a:ext cx="9071640" cy="129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2BE7C-6CA7-490E-A1C3-A8F8311A0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2376000"/>
            <a:ext cx="9071640" cy="27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33D5E-676E-4B87-A8A5-092978E35F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D8701-6D47-4535-9340-FD6803BF33F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87E6A-B178-43CB-81C5-4301E083B3F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solidFill>
                  <a:srgbClr val="FFFFFF"/>
                </a:solidFill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88344FD1-5AF1-4967-AB5A-0F4C1A1F17A2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GB" sz="440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414"/>
        </a:spcBef>
        <a:spcAft>
          <a:spcPts val="0"/>
        </a:spcAft>
        <a:tabLst/>
        <a:defRPr lang="en-GB" sz="3150" b="0" i="0" u="none" strike="noStrike" kern="1200" cap="none">
          <a:ln>
            <a:noFill/>
          </a:ln>
          <a:solidFill>
            <a:srgbClr val="FFFFFF"/>
          </a:solidFill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F21B7-E974-4034-A3C4-AD96CE0AE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5720"/>
            <a:ext cx="9071640" cy="94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BB30D-9CAF-4175-A5D6-E89B21055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CE2DC-DFA9-441B-BE1F-B4ADC11A31C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4C67-52D1-4672-863A-FE7E83E1893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B33B-BEBA-4839-8772-2FCF7E04DF5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GB" sz="1400" kern="1200">
                <a:latin typeface="Liberation Sans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7F1BF374-A5F0-4384-AF16-B0BF73A28AC0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hangingPunct="0">
        <a:tabLst/>
        <a:defRPr lang="en-GB" sz="33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marL="0" marR="0" indent="0" hangingPunct="0">
        <a:spcBef>
          <a:spcPts val="1060"/>
        </a:spcBef>
        <a:spcAft>
          <a:spcPts val="0"/>
        </a:spcAft>
        <a:tabLst/>
        <a:defRPr lang="en-GB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EF0E-AA0E-4448-B314-133C722FB3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GB"/>
              <a:t>CT7121 Python Notebooks and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A4ADE-9B15-4102-87DA-F42C10B1801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3999" y="2376000"/>
            <a:ext cx="9071640" cy="345429"/>
          </a:xfrm>
        </p:spPr>
        <p:txBody>
          <a:bodyPr vert="horz" anchor="ctr">
            <a:normAutofit lnSpcReduction="10000"/>
          </a:bodyPr>
          <a:lstStyle/>
          <a:p>
            <a:pPr lvl="0" algn="ctr" rtl="0"/>
            <a:r>
              <a:rPr lang="en-GB" sz="2400" dirty="0"/>
              <a:t>Week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49E9-D8C8-418A-9215-3CB7FC7E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2F34A-765D-4055-B9CE-EE66F113C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We’ve been mostly using python notebooks, with the extension *.</a:t>
            </a:r>
            <a:r>
              <a:rPr lang="en-GB" dirty="0" err="1"/>
              <a:t>ipynb</a:t>
            </a:r>
            <a:r>
              <a:rPr lang="en-GB" dirty="0"/>
              <a:t>. But this isn’t the only way (or even the main way) to code in Python.</a:t>
            </a:r>
          </a:p>
          <a:p>
            <a:r>
              <a:rPr lang="en-GB" dirty="0"/>
              <a:t>A lot of python coding involves using *.</a:t>
            </a:r>
            <a:r>
              <a:rPr lang="en-GB" dirty="0" err="1"/>
              <a:t>py</a:t>
            </a:r>
            <a:r>
              <a:rPr lang="en-GB" dirty="0"/>
              <a:t> files – python script files. These are basic text files – they don’t work like notebooks – when you run a script all the code in it is just run top to bottom without stopping.</a:t>
            </a:r>
          </a:p>
          <a:p>
            <a:r>
              <a:rPr lang="en-GB" dirty="0"/>
              <a:t>Because of this, you tend to code in a different way in script files, using a lot of functions to control the flow of the program, as you can’t control it manually using </a:t>
            </a:r>
            <a:r>
              <a:rPr lang="en-GB" dirty="0" err="1"/>
              <a:t>shift+enter</a:t>
            </a:r>
            <a:r>
              <a:rPr lang="en-GB" dirty="0"/>
              <a:t>.</a:t>
            </a:r>
          </a:p>
          <a:p>
            <a:r>
              <a:rPr lang="en-GB" dirty="0"/>
              <a:t>You need an editor such as VS-Code for these kinds of files – </a:t>
            </a:r>
            <a:r>
              <a:rPr lang="en-GB" dirty="0" err="1"/>
              <a:t>jupyter</a:t>
            </a:r>
            <a:r>
              <a:rPr lang="en-GB" dirty="0"/>
              <a:t> will allow you to edit these files, but doesn’t give a very good environment for doing so.</a:t>
            </a:r>
          </a:p>
        </p:txBody>
      </p:sp>
    </p:spTree>
    <p:extLst>
      <p:ext uri="{BB962C8B-B14F-4D97-AF65-F5344CB8AC3E}">
        <p14:creationId xmlns:p14="http://schemas.microsoft.com/office/powerpoint/2010/main" val="238918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9FA2-A0CE-403B-BCF0-074B59FF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script and 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BC285-974F-425A-BC4A-6B00EEAD9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326600"/>
            <a:ext cx="4786458" cy="3288239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This is how you would write a script to be run directly from the command line, via running “python test.py”.</a:t>
            </a:r>
          </a:p>
          <a:p>
            <a:r>
              <a:rPr lang="en-GB" dirty="0"/>
              <a:t>The if statement at the bottom is the only code outside of a function.</a:t>
            </a:r>
          </a:p>
          <a:p>
            <a:r>
              <a:rPr lang="en-GB" dirty="0"/>
              <a:t>This if statement accesses a private attribute of the script itself, automatically generated by the python interpreter, and checks whether the name generated is “__main__”.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0ADFA-A240-45FE-94F0-5D0C989D0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73" y="1761530"/>
            <a:ext cx="4159437" cy="21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1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9FA2-A0CE-403B-BCF0-074B59FF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a script and 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BC285-974F-425A-BC4A-6B00EEAD9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326600"/>
            <a:ext cx="4786458" cy="3288239"/>
          </a:xfrm>
        </p:spPr>
        <p:txBody>
          <a:bodyPr>
            <a:normAutofit/>
          </a:bodyPr>
          <a:lstStyle/>
          <a:p>
            <a:r>
              <a:rPr lang="en-GB" dirty="0"/>
              <a:t>This “__main__” name is what python assigns to any script run directly, so it can be used to identify when the script has been run directly – and call the “main” function which is designed to be an entry point into the program.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0ADFA-A240-45FE-94F0-5D0C989D0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73" y="1761530"/>
            <a:ext cx="4159437" cy="214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9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8BB9-10CD-442C-B5A8-908FE1E8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So.</a:t>
            </a:r>
            <a:r>
              <a:rPr lang="en-GB" dirty="0"/>
              <a:t>. How else can they be run?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F22F1-82B1-4291-9B16-EEC10911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We’re talking about running python code directly from the command line, as if there were another way to run it – so what would that other way be?</a:t>
            </a:r>
          </a:p>
          <a:p>
            <a:r>
              <a:rPr lang="en-GB" dirty="0"/>
              <a:t>You can pull a .</a:t>
            </a:r>
            <a:r>
              <a:rPr lang="en-GB" dirty="0" err="1"/>
              <a:t>py</a:t>
            </a:r>
            <a:r>
              <a:rPr lang="en-GB" dirty="0"/>
              <a:t> file into your own code (either another .</a:t>
            </a:r>
            <a:r>
              <a:rPr lang="en-GB" dirty="0" err="1"/>
              <a:t>py</a:t>
            </a:r>
            <a:r>
              <a:rPr lang="en-GB" dirty="0"/>
              <a:t> file or a .</a:t>
            </a:r>
            <a:r>
              <a:rPr lang="en-GB" dirty="0" err="1"/>
              <a:t>ipynb</a:t>
            </a:r>
            <a:r>
              <a:rPr lang="en-GB" dirty="0"/>
              <a:t> notebook) using the </a:t>
            </a:r>
            <a:r>
              <a:rPr lang="en-GB" i="1" dirty="0"/>
              <a:t>import</a:t>
            </a:r>
            <a:r>
              <a:rPr lang="en-GB" dirty="0"/>
              <a:t> statement – in fact this is how simple libraries work.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6927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8BB9-10CD-442C-B5A8-908FE1E8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F22F1-82B1-4291-9B16-EEC109112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80EF8-AD7F-41B1-B44D-2C1466B37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527" y="1326600"/>
            <a:ext cx="6954583" cy="40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7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2D89-3A53-4375-B1DF-BC9F92A1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importing..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9FC96-7449-4EEE-A581-CC455A670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also import specific parts of a file (so you don’t need to preface the functions/classes you’re using with the module name).</a:t>
            </a:r>
          </a:p>
        </p:txBody>
      </p:sp>
    </p:spTree>
    <p:extLst>
      <p:ext uri="{BB962C8B-B14F-4D97-AF65-F5344CB8AC3E}">
        <p14:creationId xmlns:p14="http://schemas.microsoft.com/office/powerpoint/2010/main" val="1195148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0FE8-88D4-4CA2-93E3-733DA907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30208-316A-4056-8F4A-5C91BDB6B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E1521F-26BD-4862-A411-82433143F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4" y="0"/>
            <a:ext cx="9345476" cy="56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01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2D89-3A53-4375-B1DF-BC9F92A1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importing..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9FC96-7449-4EEE-A581-CC455A670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326600"/>
            <a:ext cx="8719830" cy="3288239"/>
          </a:xfrm>
        </p:spPr>
        <p:txBody>
          <a:bodyPr>
            <a:normAutofit/>
          </a:bodyPr>
          <a:lstStyle/>
          <a:p>
            <a:r>
              <a:rPr lang="en-GB" dirty="0"/>
              <a:t>Or just import * (wildcard). This imports everything from a module – this is generally frowned upon in the python community, because it can pollute the global namespace.</a:t>
            </a:r>
          </a:p>
          <a:p>
            <a:r>
              <a:rPr lang="en-GB" dirty="0"/>
              <a:t>When coding in notebooks, the rules can be bent slightly for convenience – because your notebook code isn’t likely to be deployed to production – but if you later need to streamline your code for deployment one step should be replacing any global imports with specific ones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C2FBF-1AA5-4726-A1AD-65826CE77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2" y="4114500"/>
            <a:ext cx="3785038" cy="133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1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143E-D0DA-4F83-8070-64B64A04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Points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995F-5767-4049-A107-646358B22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This approach for code sharing works provided everything is within one directory – so I would recommend you code like that. Makes things easier.</a:t>
            </a:r>
          </a:p>
          <a:p>
            <a:r>
              <a:rPr lang="en-GB" dirty="0"/>
              <a:t>It’s worth noting as well that code can both have a main function and the if statement to make it work – and be used as a module. This is often quite useful for debugging – you can write a main function which tests all your functions work, so that you can just run the file to test it – and then import it as a library and use those same functions from elsewhere.</a:t>
            </a:r>
          </a:p>
        </p:txBody>
      </p:sp>
    </p:spTree>
    <p:extLst>
      <p:ext uri="{BB962C8B-B14F-4D97-AF65-F5344CB8AC3E}">
        <p14:creationId xmlns:p14="http://schemas.microsoft.com/office/powerpoint/2010/main" val="1542043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8D1FA-AC01-4A1D-963B-2E4E6AF66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third party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EF3C-936E-4520-963A-87AAF5FF3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have a brief look at some useful libraries, that may come in handy during your assignment.</a:t>
            </a:r>
          </a:p>
          <a:p>
            <a:r>
              <a:rPr lang="en-GB" dirty="0"/>
              <a:t>The focus for this module is on your python coding ability rather than your analysis – will be looking for things like extracting information, constructing your own data types to store information, printing out useful information in text – you can use these libraries if you wish to help ( and get some early practice ) but they are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80932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0AB2-1F8A-43C4-B0BE-85514EFB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D6A92-CC6C-482F-8DE9-ED2B9346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326600"/>
            <a:ext cx="3215391" cy="3288239"/>
          </a:xfrm>
        </p:spPr>
        <p:txBody>
          <a:bodyPr/>
          <a:lstStyle/>
          <a:p>
            <a:r>
              <a:rPr lang="en-GB" dirty="0"/>
              <a:t>Matplotlib is a library for creating plots of data – it can be used in notebooks and in ordinary python files (where it can output a graphic to disc).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31B81-622F-4F5F-A6FF-27529EAB3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390" y="1172520"/>
            <a:ext cx="5856249" cy="434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3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143E-D0DA-4F83-8070-64B64A04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Seaborn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995F-5767-4049-A107-646358B22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326600"/>
            <a:ext cx="3590673" cy="328823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Seaborn is a library which sits on top of matplotlib (uses matplotlib) and gives a few easy ways to make impressive graphs, that otherwise would need a substantial amount of matplotlib coding to replicate.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E65EBC-542B-4ABE-8035-19A58D98B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466" y="1267689"/>
            <a:ext cx="4163006" cy="60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4A328E-4B33-439F-8E9D-9139F24F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466" y="2139502"/>
            <a:ext cx="5135283" cy="274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744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0C21-A447-4807-BD2B-CE6C7513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F70B3-2778-47FA-AE9D-3EAC8CD6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326600"/>
            <a:ext cx="3349133" cy="3288239"/>
          </a:xfrm>
        </p:spPr>
        <p:txBody>
          <a:bodyPr/>
          <a:lstStyle/>
          <a:p>
            <a:r>
              <a:rPr lang="en-GB" dirty="0"/>
              <a:t>Pandas is used for loading and manipulating data – it is very powerful although it has performance issues with very large datasets due to its single-</a:t>
            </a:r>
            <a:r>
              <a:rPr lang="en-GB" dirty="0" err="1"/>
              <a:t>threadedness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33BB5-80B7-4249-892A-CFF5AC305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569" y="2509734"/>
            <a:ext cx="5561846" cy="21428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D810BB-4C9B-40AB-844E-595C084A1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569" y="1664890"/>
            <a:ext cx="2915057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91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E440-0115-4C43-9188-0C3CF8E3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0926-61E6-44B5-AA0F-0375A41B5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Break into your assignment teams </a:t>
            </a:r>
          </a:p>
          <a:p>
            <a:r>
              <a:rPr lang="en-GB" dirty="0"/>
              <a:t>Sign up to Kaggle – and investigate what datasets are available</a:t>
            </a:r>
          </a:p>
          <a:p>
            <a:r>
              <a:rPr lang="en-GB" dirty="0"/>
              <a:t>Find a dataset that you find interesting – should be tabular data i.e. excel-like, not image recognition data etc (which would just be lots of images) – you may use the titanic set if you wish</a:t>
            </a:r>
          </a:p>
          <a:p>
            <a:r>
              <a:rPr lang="en-GB" dirty="0"/>
              <a:t>Load this into python and try out some of the graphs and libraries shown today – also have a go at generating some stats manually via python rather than just using libraries (i.e. mean of a column, median of a column, etc).</a:t>
            </a:r>
          </a:p>
        </p:txBody>
      </p:sp>
    </p:spTree>
    <p:extLst>
      <p:ext uri="{BB962C8B-B14F-4D97-AF65-F5344CB8AC3E}">
        <p14:creationId xmlns:p14="http://schemas.microsoft.com/office/powerpoint/2010/main" val="2925577668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 Pla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print Plans-4: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andard-4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878</Words>
  <Application>Microsoft Office PowerPoint</Application>
  <PresentationFormat>Custom</PresentationFormat>
  <Paragraphs>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Liberation Sans</vt:lpstr>
      <vt:lpstr>Blueprint Plans</vt:lpstr>
      <vt:lpstr>Blueprint Plans-4:3</vt:lpstr>
      <vt:lpstr>Standard-43</vt:lpstr>
      <vt:lpstr>CT7121 Python Notebooks and Scripting</vt:lpstr>
      <vt:lpstr>Python Files</vt:lpstr>
      <vt:lpstr>Writing a script and main</vt:lpstr>
      <vt:lpstr>Writing a script and main</vt:lpstr>
      <vt:lpstr>So.. How else can they be run?</vt:lpstr>
      <vt:lpstr>Example</vt:lpstr>
      <vt:lpstr>More importing..</vt:lpstr>
      <vt:lpstr>PowerPoint Presentation</vt:lpstr>
      <vt:lpstr>More importing..</vt:lpstr>
      <vt:lpstr>Points to note</vt:lpstr>
      <vt:lpstr>Useful third party libraries</vt:lpstr>
      <vt:lpstr>Matplotlib</vt:lpstr>
      <vt:lpstr>Seaborn</vt:lpstr>
      <vt:lpstr>Pandas</vt:lpstr>
      <vt:lpstr>Tutorial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Blueprint Plans</dc:title>
  <dc:creator>William Sayers</dc:creator>
  <cp:lastModifiedBy>SHAHID, Usama</cp:lastModifiedBy>
  <cp:revision>62</cp:revision>
  <dcterms:created xsi:type="dcterms:W3CDTF">2020-12-27T17:30:23Z</dcterms:created>
  <dcterms:modified xsi:type="dcterms:W3CDTF">2024-11-25T12:12:59Z</dcterms:modified>
</cp:coreProperties>
</file>