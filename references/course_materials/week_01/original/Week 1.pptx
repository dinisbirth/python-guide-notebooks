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29"/>
  </p:notesMasterIdLst>
  <p:handoutMasterIdLst>
    <p:handoutMasterId r:id="rId30"/>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33" d="100"/>
          <a:sy n="133" d="100"/>
        </p:scale>
        <p:origin x="10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A8E92B-C997-42EB-A757-2183C005B992}"/>
              </a:ext>
            </a:extLst>
          </p:cNvPr>
          <p:cNvSpPr txBox="1">
            <a:spLocks noGrp="1"/>
          </p:cNvSpPr>
          <p:nvPr>
            <p:ph type="hdr" sz="quarter"/>
          </p:nvPr>
        </p:nvSpPr>
        <p:spPr>
          <a:xfrm>
            <a:off x="0" y="0"/>
            <a:ext cx="3280680" cy="534240"/>
          </a:xfrm>
          <a:prstGeom prst="rect">
            <a:avLst/>
          </a:prstGeom>
          <a:noFill/>
          <a:ln>
            <a:noFill/>
          </a:ln>
        </p:spPr>
        <p:txBody>
          <a:bodyPr vert="horz" wrap="none" lIns="90000" tIns="45000" rIns="90000" bIns="45000" anchorCtr="0" compatLnSpc="0">
            <a:noAutofit/>
          </a:bodyPr>
          <a:lstStyle/>
          <a:p>
            <a:pPr marL="0" marR="0" lvl="0" indent="0" algn="ctr" rtl="0" hangingPunct="0">
              <a:lnSpc>
                <a:spcPct val="100000"/>
              </a:lnSpc>
              <a:spcBef>
                <a:spcPts val="0"/>
              </a:spcBef>
              <a:spcAft>
                <a:spcPts val="0"/>
              </a:spcAft>
              <a:buNone/>
              <a:tabLst/>
              <a:defRPr sz="1400"/>
            </a:pPr>
            <a:endParaRPr lang="en-GB" sz="1400" b="0" i="0" u="none" strike="noStrike" kern="1200" cap="none">
              <a:ln>
                <a:noFill/>
              </a:ln>
              <a:solidFill>
                <a:srgbClr val="FFFFFF"/>
              </a:solidFill>
              <a:latin typeface="Liberation Sans" pitchFamily="18"/>
              <a:ea typeface="DejaVu Sans" pitchFamily="2"/>
              <a:cs typeface="DejaVu Sans" pitchFamily="2"/>
            </a:endParaRPr>
          </a:p>
        </p:txBody>
      </p:sp>
      <p:sp>
        <p:nvSpPr>
          <p:cNvPr id="3" name="Date Placeholder 2">
            <a:extLst>
              <a:ext uri="{FF2B5EF4-FFF2-40B4-BE49-F238E27FC236}">
                <a16:creationId xmlns:a16="http://schemas.microsoft.com/office/drawing/2014/main" id="{37EEB39D-7A17-45BF-8ED2-DC740C5CE31A}"/>
              </a:ext>
            </a:extLst>
          </p:cNvPr>
          <p:cNvSpPr txBox="1">
            <a:spLocks noGrp="1"/>
          </p:cNvSpPr>
          <p:nvPr>
            <p:ph type="dt" sz="quarter" idx="1"/>
          </p:nvPr>
        </p:nvSpPr>
        <p:spPr>
          <a:xfrm>
            <a:off x="4278960" y="0"/>
            <a:ext cx="3280680" cy="53424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GB" sz="1400" b="0" i="0" u="none" strike="noStrike" kern="1200" cap="none">
              <a:ln>
                <a:noFill/>
              </a:ln>
              <a:solidFill>
                <a:srgbClr val="FFFFFF"/>
              </a:solidFill>
              <a:latin typeface="Liberation Sans" pitchFamily="18"/>
              <a:ea typeface="DejaVu Sans" pitchFamily="2"/>
              <a:cs typeface="DejaVu Sans" pitchFamily="2"/>
            </a:endParaRPr>
          </a:p>
        </p:txBody>
      </p:sp>
      <p:sp>
        <p:nvSpPr>
          <p:cNvPr id="4" name="Footer Placeholder 3">
            <a:extLst>
              <a:ext uri="{FF2B5EF4-FFF2-40B4-BE49-F238E27FC236}">
                <a16:creationId xmlns:a16="http://schemas.microsoft.com/office/drawing/2014/main" id="{15E2CAC4-D603-4AEB-9CEC-E1A7ED7F2943}"/>
              </a:ext>
            </a:extLst>
          </p:cNvPr>
          <p:cNvSpPr txBox="1">
            <a:spLocks noGrp="1"/>
          </p:cNvSpPr>
          <p:nvPr>
            <p:ph type="ftr" sz="quarter" idx="2"/>
          </p:nvPr>
        </p:nvSpPr>
        <p:spPr>
          <a:xfrm>
            <a:off x="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ctr" rtl="0" hangingPunct="0">
              <a:lnSpc>
                <a:spcPct val="100000"/>
              </a:lnSpc>
              <a:spcBef>
                <a:spcPts val="0"/>
              </a:spcBef>
              <a:spcAft>
                <a:spcPts val="0"/>
              </a:spcAft>
              <a:buNone/>
              <a:tabLst/>
              <a:defRPr sz="1400"/>
            </a:pPr>
            <a:endParaRPr lang="en-GB" sz="1400" b="0" i="0" u="none" strike="noStrike" kern="1200" cap="none">
              <a:ln>
                <a:noFill/>
              </a:ln>
              <a:solidFill>
                <a:srgbClr val="FFFFFF"/>
              </a:solidFill>
              <a:latin typeface="Liberation Sans" pitchFamily="18"/>
              <a:ea typeface="DejaVu Sans" pitchFamily="2"/>
              <a:cs typeface="DejaVu Sans" pitchFamily="2"/>
            </a:endParaRPr>
          </a:p>
        </p:txBody>
      </p:sp>
      <p:sp>
        <p:nvSpPr>
          <p:cNvPr id="5" name="Slide Number Placeholder 4">
            <a:extLst>
              <a:ext uri="{FF2B5EF4-FFF2-40B4-BE49-F238E27FC236}">
                <a16:creationId xmlns:a16="http://schemas.microsoft.com/office/drawing/2014/main" id="{5C1F8A90-9D9F-4728-8560-7EE1C1A608C9}"/>
              </a:ext>
            </a:extLst>
          </p:cNvPr>
          <p:cNvSpPr txBox="1">
            <a:spLocks noGrp="1"/>
          </p:cNvSpPr>
          <p:nvPr>
            <p:ph type="sldNum" sz="quarter" idx="3"/>
          </p:nvPr>
        </p:nvSpPr>
        <p:spPr>
          <a:xfrm>
            <a:off x="427896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C712201E-B84D-4362-9214-8743B397AB3A}" type="slidenum">
              <a:t>‹#›</a:t>
            </a:fld>
            <a:endParaRPr lang="en-GB" sz="1400" b="0" i="0" u="none" strike="noStrike" kern="1200" cap="none">
              <a:ln>
                <a:noFill/>
              </a:ln>
              <a:solidFill>
                <a:srgbClr val="FFFFFF"/>
              </a:solidFill>
              <a:latin typeface="Liberation Sans" pitchFamily="18"/>
              <a:ea typeface="DejaVu Sans" pitchFamily="2"/>
              <a:cs typeface="DejaVu Sans" pitchFamily="2"/>
            </a:endParaRPr>
          </a:p>
        </p:txBody>
      </p:sp>
    </p:spTree>
    <p:extLst>
      <p:ext uri="{BB962C8B-B14F-4D97-AF65-F5344CB8AC3E}">
        <p14:creationId xmlns:p14="http://schemas.microsoft.com/office/powerpoint/2010/main" val="267286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F8069-DA7D-4C38-AF8B-131B512459D8}"/>
              </a:ext>
            </a:extLst>
          </p:cNvPr>
          <p:cNvSpPr>
            <a:spLocks noGrp="1" noRot="1" noChangeAspect="1"/>
          </p:cNvSpPr>
          <p:nvPr>
            <p:ph type="sldImg" idx="2"/>
          </p:nvPr>
        </p:nvSpPr>
        <p:spPr>
          <a:xfrm>
            <a:off x="216000" y="812520"/>
            <a:ext cx="7127279" cy="4008959"/>
          </a:xfrm>
          <a:prstGeom prst="rect">
            <a:avLst/>
          </a:prstGeom>
          <a:noFill/>
          <a:ln>
            <a:noFill/>
            <a:prstDash val="solid"/>
          </a:ln>
        </p:spPr>
      </p:sp>
      <p:sp>
        <p:nvSpPr>
          <p:cNvPr id="3" name="Notes Placeholder 2">
            <a:extLst>
              <a:ext uri="{FF2B5EF4-FFF2-40B4-BE49-F238E27FC236}">
                <a16:creationId xmlns:a16="http://schemas.microsoft.com/office/drawing/2014/main" id="{3ED649B5-C0F8-4AB0-9679-86217DDE87D5}"/>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GB"/>
          </a:p>
        </p:txBody>
      </p:sp>
      <p:sp>
        <p:nvSpPr>
          <p:cNvPr id="4" name="Header Placeholder 3">
            <a:extLst>
              <a:ext uri="{FF2B5EF4-FFF2-40B4-BE49-F238E27FC236}">
                <a16:creationId xmlns:a16="http://schemas.microsoft.com/office/drawing/2014/main" id="{8082AF8A-64F5-4E3B-A833-3066CE67EC0C}"/>
              </a:ext>
            </a:extLst>
          </p:cNvPr>
          <p:cNvSpPr txBox="1">
            <a:spLocks noGrp="1"/>
          </p:cNvSpPr>
          <p:nvPr>
            <p:ph type="hdr" sz="quarter"/>
          </p:nvPr>
        </p:nvSpPr>
        <p:spPr>
          <a:xfrm>
            <a:off x="0" y="0"/>
            <a:ext cx="3280680" cy="534240"/>
          </a:xfrm>
          <a:prstGeom prst="rect">
            <a:avLst/>
          </a:prstGeom>
          <a:noFill/>
          <a:ln>
            <a:noFill/>
          </a:ln>
        </p:spPr>
        <p:txBody>
          <a:bodyPr vert="horz" lIns="0" tIns="0" rIns="0" bIns="0"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5" name="Date Placeholder 4">
            <a:extLst>
              <a:ext uri="{FF2B5EF4-FFF2-40B4-BE49-F238E27FC236}">
                <a16:creationId xmlns:a16="http://schemas.microsoft.com/office/drawing/2014/main" id="{92637CFB-93F3-4A41-8DFF-23B619392093}"/>
              </a:ext>
            </a:extLst>
          </p:cNvPr>
          <p:cNvSpPr txBox="1">
            <a:spLocks noGrp="1"/>
          </p:cNvSpPr>
          <p:nvPr>
            <p:ph type="dt" idx="1"/>
          </p:nvPr>
        </p:nvSpPr>
        <p:spPr>
          <a:xfrm>
            <a:off x="4278960" y="0"/>
            <a:ext cx="3280680" cy="534240"/>
          </a:xfrm>
          <a:prstGeom prst="rect">
            <a:avLst/>
          </a:prstGeom>
          <a:noFill/>
          <a:ln>
            <a:noFill/>
          </a:ln>
        </p:spPr>
        <p:txBody>
          <a:bodyPr vert="horz" lIns="0" tIns="0" rIns="0" bIns="0"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6" name="Footer Placeholder 5">
            <a:extLst>
              <a:ext uri="{FF2B5EF4-FFF2-40B4-BE49-F238E27FC236}">
                <a16:creationId xmlns:a16="http://schemas.microsoft.com/office/drawing/2014/main" id="{68628F33-7110-4DE0-9CA1-789FF87CF88E}"/>
              </a:ext>
            </a:extLst>
          </p:cNvPr>
          <p:cNvSpPr txBox="1">
            <a:spLocks noGrp="1"/>
          </p:cNvSpPr>
          <p:nvPr>
            <p:ph type="ftr" sz="quarter" idx="4"/>
          </p:nvPr>
        </p:nvSpPr>
        <p:spPr>
          <a:xfrm>
            <a:off x="0" y="10157400"/>
            <a:ext cx="3280680" cy="534240"/>
          </a:xfrm>
          <a:prstGeom prst="rect">
            <a:avLst/>
          </a:prstGeom>
          <a:noFill/>
          <a:ln>
            <a:noFill/>
          </a:ln>
        </p:spPr>
        <p:txBody>
          <a:bodyPr vert="horz" lIns="0" tIns="0" rIns="0" bIns="0" anchor="b"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7" name="Slide Number Placeholder 6">
            <a:extLst>
              <a:ext uri="{FF2B5EF4-FFF2-40B4-BE49-F238E27FC236}">
                <a16:creationId xmlns:a16="http://schemas.microsoft.com/office/drawing/2014/main" id="{6600E0AA-C5C2-45A4-A3C7-BB4D16B34F98}"/>
              </a:ext>
            </a:extLst>
          </p:cNvPr>
          <p:cNvSpPr txBox="1">
            <a:spLocks noGrp="1"/>
          </p:cNvSpPr>
          <p:nvPr>
            <p:ph type="sldNum" sz="quarter" idx="5"/>
          </p:nvPr>
        </p:nvSpPr>
        <p:spPr>
          <a:xfrm>
            <a:off x="4278960" y="10157400"/>
            <a:ext cx="3280680" cy="534240"/>
          </a:xfrm>
          <a:prstGeom prst="rect">
            <a:avLst/>
          </a:prstGeom>
          <a:noFill/>
          <a:ln>
            <a:noFill/>
          </a:ln>
        </p:spPr>
        <p:txBody>
          <a:bodyPr vert="horz" lIns="0" tIns="0" rIns="0" bIns="0" anchor="b"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fld id="{85BC3FC3-AFA5-48BE-A17F-59A961FC965C}" type="slidenum">
              <a:t>‹#›</a:t>
            </a:fld>
            <a:endParaRPr lang="en-GB"/>
          </a:p>
        </p:txBody>
      </p:sp>
    </p:spTree>
    <p:extLst>
      <p:ext uri="{BB962C8B-B14F-4D97-AF65-F5344CB8AC3E}">
        <p14:creationId xmlns:p14="http://schemas.microsoft.com/office/powerpoint/2010/main" val="222087255"/>
      </p:ext>
    </p:extLst>
  </p:cSld>
  <p:clrMap bg1="lt1" tx1="dk1" bg2="lt2" tx2="dk2" accent1="accent1" accent2="accent2" accent3="accent3" accent4="accent4" accent5="accent5" accent6="accent6" hlink="hlink" folHlink="folHlink"/>
  <p:notesStyle>
    <a:lvl1pPr marL="216000" marR="0" indent="-216000" hangingPunct="0">
      <a:tabLst/>
      <a:defRPr lang="en-GB" sz="2000" b="0" i="0" u="none" strike="noStrike" kern="1200" cap="none">
        <a:ln>
          <a:noFill/>
        </a:ln>
        <a:highlight>
          <a:scrgbClr r="0" g="0" b="0">
            <a:alpha val="0"/>
          </a:scrgbClr>
        </a:highlight>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296E57A-DEAD-4A20-A79B-B6126A5555D5}"/>
              </a:ext>
            </a:extLst>
          </p:cNvPr>
          <p:cNvSpPr txBox="1">
            <a:spLocks noGrp="1"/>
          </p:cNvSpPr>
          <p:nvPr>
            <p:ph type="sldNum" sz="quarter" idx="5"/>
          </p:nvPr>
        </p:nvSpPr>
        <p:spPr>
          <a:ln/>
        </p:spPr>
        <p:txBody>
          <a:bodyPr vert="horz" lIns="0" tIns="0" rIns="0" bIns="0" anchor="b" anchorCtr="0">
            <a:noAutofit/>
          </a:bodyPr>
          <a:lstStyle/>
          <a:p>
            <a:pPr lvl="0"/>
            <a:fld id="{84EE64DA-9DCC-4FAA-ABC9-5969062DB9FD}" type="slidenum">
              <a:t>1</a:t>
            </a:fld>
            <a:endParaRPr lang="en-GB"/>
          </a:p>
        </p:txBody>
      </p:sp>
      <p:sp>
        <p:nvSpPr>
          <p:cNvPr id="2" name="Slide Image Placeholder 1">
            <a:extLst>
              <a:ext uri="{FF2B5EF4-FFF2-40B4-BE49-F238E27FC236}">
                <a16:creationId xmlns:a16="http://schemas.microsoft.com/office/drawing/2014/main" id="{6A0AD6CF-C939-4F42-8222-C7E43712FC76}"/>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4EAA73A-08CF-4E67-961B-253A85DB01F2}"/>
              </a:ext>
            </a:extLst>
          </p:cNvPr>
          <p:cNvSpPr txBox="1">
            <a:spLocks noGrp="1"/>
          </p:cNvSpPr>
          <p:nvPr>
            <p:ph type="body" sz="quarter" idx="1"/>
          </p:nvPr>
        </p:nvSpPr>
        <p:spPr/>
        <p:txBody>
          <a:bodyPr vert="horz">
            <a:spAutoFit/>
          </a:bodyPr>
          <a:lstStyle/>
          <a:p>
            <a:pPr rtl="0"/>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A63E189-B6F1-433E-8437-274809C5A6EA}"/>
              </a:ext>
            </a:extLst>
          </p:cNvPr>
          <p:cNvSpPr txBox="1">
            <a:spLocks noGrp="1"/>
          </p:cNvSpPr>
          <p:nvPr>
            <p:ph type="sldNum" sz="quarter" idx="5"/>
          </p:nvPr>
        </p:nvSpPr>
        <p:spPr>
          <a:ln/>
        </p:spPr>
        <p:txBody>
          <a:bodyPr vert="horz" lIns="0" tIns="0" rIns="0" bIns="0" anchor="b" anchorCtr="0">
            <a:noAutofit/>
          </a:bodyPr>
          <a:lstStyle/>
          <a:p>
            <a:pPr lvl="0"/>
            <a:fld id="{A23F105E-D3BB-4848-A3D5-03F85CACE996}" type="slidenum">
              <a:t>2</a:t>
            </a:fld>
            <a:endParaRPr lang="en-GB"/>
          </a:p>
        </p:txBody>
      </p:sp>
      <p:sp>
        <p:nvSpPr>
          <p:cNvPr id="2" name="Slide Image Placeholder 1">
            <a:extLst>
              <a:ext uri="{FF2B5EF4-FFF2-40B4-BE49-F238E27FC236}">
                <a16:creationId xmlns:a16="http://schemas.microsoft.com/office/drawing/2014/main" id="{2F93423E-A523-4F6E-AF5B-F027C74222A8}"/>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7B1A885-4619-4BB2-8B0E-0A3D08D9C166}"/>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088F1E8-3489-4C8C-9938-5DDC4CC8CCCE}"/>
              </a:ext>
            </a:extLst>
          </p:cNvPr>
          <p:cNvSpPr txBox="1">
            <a:spLocks noGrp="1"/>
          </p:cNvSpPr>
          <p:nvPr>
            <p:ph type="sldNum" sz="quarter" idx="5"/>
          </p:nvPr>
        </p:nvSpPr>
        <p:spPr>
          <a:ln/>
        </p:spPr>
        <p:txBody>
          <a:bodyPr vert="horz" lIns="0" tIns="0" rIns="0" bIns="0" anchor="b" anchorCtr="0">
            <a:noAutofit/>
          </a:bodyPr>
          <a:lstStyle/>
          <a:p>
            <a:pPr lvl="0"/>
            <a:fld id="{41A0B12C-BD7A-45D3-A533-02BACEA63668}" type="slidenum">
              <a:t>3</a:t>
            </a:fld>
            <a:endParaRPr lang="en-GB"/>
          </a:p>
        </p:txBody>
      </p:sp>
      <p:sp>
        <p:nvSpPr>
          <p:cNvPr id="2" name="Slide Image Placeholder 1">
            <a:extLst>
              <a:ext uri="{FF2B5EF4-FFF2-40B4-BE49-F238E27FC236}">
                <a16:creationId xmlns:a16="http://schemas.microsoft.com/office/drawing/2014/main" id="{C119C301-E5AE-487F-B459-2E61460B4BD0}"/>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60B8051-14F1-4CFA-BF44-DC9644895949}"/>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C2CED12-3E7C-4645-BFF6-8DCD8CA2216D}"/>
              </a:ext>
            </a:extLst>
          </p:cNvPr>
          <p:cNvSpPr txBox="1">
            <a:spLocks noGrp="1"/>
          </p:cNvSpPr>
          <p:nvPr>
            <p:ph type="sldNum" sz="quarter" idx="5"/>
          </p:nvPr>
        </p:nvSpPr>
        <p:spPr>
          <a:ln/>
        </p:spPr>
        <p:txBody>
          <a:bodyPr vert="horz" lIns="0" tIns="0" rIns="0" bIns="0" anchor="b" anchorCtr="0">
            <a:noAutofit/>
          </a:bodyPr>
          <a:lstStyle/>
          <a:p>
            <a:pPr lvl="0"/>
            <a:fld id="{ABA15874-16A5-459E-ABDD-4720019175A1}" type="slidenum">
              <a:t>4</a:t>
            </a:fld>
            <a:endParaRPr lang="en-GB"/>
          </a:p>
        </p:txBody>
      </p:sp>
      <p:sp>
        <p:nvSpPr>
          <p:cNvPr id="2" name="Slide Image Placeholder 1">
            <a:extLst>
              <a:ext uri="{FF2B5EF4-FFF2-40B4-BE49-F238E27FC236}">
                <a16:creationId xmlns:a16="http://schemas.microsoft.com/office/drawing/2014/main" id="{35CE7F61-5ABC-4ABE-A808-47EC74D43C63}"/>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2B6DB06-9B17-494A-82AC-1696417696A2}"/>
              </a:ext>
            </a:extLst>
          </p:cNvPr>
          <p:cNvSpPr txBox="1">
            <a:spLocks noGrp="1"/>
          </p:cNvSpPr>
          <p:nvPr>
            <p:ph type="body" sz="quarter" idx="1"/>
          </p:nvPr>
        </p:nvSpPr>
        <p:spPr/>
        <p:txBody>
          <a:bodyPr vert="horz">
            <a:spAutoFit/>
          </a:bodyPr>
          <a:lstStyle/>
          <a:p>
            <a:pPr rtl="0"/>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7CE2CE5-A1F0-4148-8822-13A88887A587}"/>
              </a:ext>
            </a:extLst>
          </p:cNvPr>
          <p:cNvSpPr txBox="1">
            <a:spLocks noGrp="1"/>
          </p:cNvSpPr>
          <p:nvPr>
            <p:ph type="sldNum" sz="quarter" idx="5"/>
          </p:nvPr>
        </p:nvSpPr>
        <p:spPr>
          <a:ln/>
        </p:spPr>
        <p:txBody>
          <a:bodyPr vert="horz" lIns="0" tIns="0" rIns="0" bIns="0" anchor="b" anchorCtr="0">
            <a:noAutofit/>
          </a:bodyPr>
          <a:lstStyle/>
          <a:p>
            <a:pPr lvl="0"/>
            <a:fld id="{0D387901-5C26-4EFA-B467-CF4923049B31}" type="slidenum">
              <a:t>5</a:t>
            </a:fld>
            <a:endParaRPr lang="en-GB"/>
          </a:p>
        </p:txBody>
      </p:sp>
      <p:sp>
        <p:nvSpPr>
          <p:cNvPr id="2" name="Slide Image Placeholder 1">
            <a:extLst>
              <a:ext uri="{FF2B5EF4-FFF2-40B4-BE49-F238E27FC236}">
                <a16:creationId xmlns:a16="http://schemas.microsoft.com/office/drawing/2014/main" id="{F762E1BA-4242-4062-AF6D-0FF2BB39865C}"/>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A612797-DB4D-4526-99BB-821F48C1A50E}"/>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F945D0D-2072-4974-BA13-BCF4D28967FB}"/>
              </a:ext>
            </a:extLst>
          </p:cNvPr>
          <p:cNvSpPr txBox="1">
            <a:spLocks noGrp="1"/>
          </p:cNvSpPr>
          <p:nvPr>
            <p:ph type="sldNum" sz="quarter" idx="5"/>
          </p:nvPr>
        </p:nvSpPr>
        <p:spPr>
          <a:ln/>
        </p:spPr>
        <p:txBody>
          <a:bodyPr vert="horz" lIns="0" tIns="0" rIns="0" bIns="0" anchor="b" anchorCtr="0">
            <a:noAutofit/>
          </a:bodyPr>
          <a:lstStyle/>
          <a:p>
            <a:pPr lvl="0"/>
            <a:fld id="{9795892E-A2CB-4010-88ED-FD109C919635}" type="slidenum">
              <a:t>6</a:t>
            </a:fld>
            <a:endParaRPr lang="en-GB"/>
          </a:p>
        </p:txBody>
      </p:sp>
      <p:sp>
        <p:nvSpPr>
          <p:cNvPr id="2" name="Slide Image Placeholder 1">
            <a:extLst>
              <a:ext uri="{FF2B5EF4-FFF2-40B4-BE49-F238E27FC236}">
                <a16:creationId xmlns:a16="http://schemas.microsoft.com/office/drawing/2014/main" id="{EEDFBC29-253D-41B9-A13C-A77293B24A04}"/>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1CE3758-AE4F-409B-86BE-434A9BBF1D14}"/>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499E3FE-E89B-46B2-924C-FB8D75BDB8EC}"/>
              </a:ext>
            </a:extLst>
          </p:cNvPr>
          <p:cNvSpPr txBox="1">
            <a:spLocks noGrp="1"/>
          </p:cNvSpPr>
          <p:nvPr>
            <p:ph type="sldNum" sz="quarter" idx="5"/>
          </p:nvPr>
        </p:nvSpPr>
        <p:spPr>
          <a:ln/>
        </p:spPr>
        <p:txBody>
          <a:bodyPr vert="horz" lIns="0" tIns="0" rIns="0" bIns="0" anchor="b" anchorCtr="0">
            <a:noAutofit/>
          </a:bodyPr>
          <a:lstStyle/>
          <a:p>
            <a:pPr lvl="0"/>
            <a:fld id="{AD788D4B-015A-4E02-9BF8-871A8E0CA678}" type="slidenum">
              <a:t>7</a:t>
            </a:fld>
            <a:endParaRPr lang="en-GB"/>
          </a:p>
        </p:txBody>
      </p:sp>
      <p:sp>
        <p:nvSpPr>
          <p:cNvPr id="2" name="Slide Image Placeholder 1">
            <a:extLst>
              <a:ext uri="{FF2B5EF4-FFF2-40B4-BE49-F238E27FC236}">
                <a16:creationId xmlns:a16="http://schemas.microsoft.com/office/drawing/2014/main" id="{F87FC62C-A775-4F29-A8E7-A5FCC72227A8}"/>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5ACF5A2-2484-4C4E-9157-170608977F80}"/>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120A6A9-4AD4-4C5F-9FC4-300C0BDB9065}"/>
              </a:ext>
            </a:extLst>
          </p:cNvPr>
          <p:cNvSpPr txBox="1">
            <a:spLocks noGrp="1"/>
          </p:cNvSpPr>
          <p:nvPr>
            <p:ph type="sldNum" sz="quarter" idx="5"/>
          </p:nvPr>
        </p:nvSpPr>
        <p:spPr>
          <a:ln/>
        </p:spPr>
        <p:txBody>
          <a:bodyPr vert="horz" lIns="0" tIns="0" rIns="0" bIns="0" anchor="b" anchorCtr="0">
            <a:noAutofit/>
          </a:bodyPr>
          <a:lstStyle/>
          <a:p>
            <a:pPr lvl="0"/>
            <a:fld id="{9ABC69D1-DF15-4D18-9B2F-38E17E466BF8}" type="slidenum">
              <a:t>8</a:t>
            </a:fld>
            <a:endParaRPr lang="en-GB"/>
          </a:p>
        </p:txBody>
      </p:sp>
      <p:sp>
        <p:nvSpPr>
          <p:cNvPr id="2" name="Slide Image Placeholder 1">
            <a:extLst>
              <a:ext uri="{FF2B5EF4-FFF2-40B4-BE49-F238E27FC236}">
                <a16:creationId xmlns:a16="http://schemas.microsoft.com/office/drawing/2014/main" id="{1988BE3F-2B68-437F-B094-460B49D5AB88}"/>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07F3406-9EFC-4D69-B7E1-E5E3809928E3}"/>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FBCE329-9868-4E87-B85F-4452C8641B1E}"/>
              </a:ext>
            </a:extLst>
          </p:cNvPr>
          <p:cNvSpPr txBox="1">
            <a:spLocks noGrp="1"/>
          </p:cNvSpPr>
          <p:nvPr>
            <p:ph type="sldNum" sz="quarter" idx="5"/>
          </p:nvPr>
        </p:nvSpPr>
        <p:spPr>
          <a:ln/>
        </p:spPr>
        <p:txBody>
          <a:bodyPr vert="horz" lIns="0" tIns="0" rIns="0" bIns="0" anchor="b" anchorCtr="0">
            <a:noAutofit/>
          </a:bodyPr>
          <a:lstStyle/>
          <a:p>
            <a:pPr lvl="0"/>
            <a:fld id="{E05C228F-4C13-4C03-816C-D65615F9CAED}" type="slidenum">
              <a:t>9</a:t>
            </a:fld>
            <a:endParaRPr lang="en-GB"/>
          </a:p>
        </p:txBody>
      </p:sp>
      <p:sp>
        <p:nvSpPr>
          <p:cNvPr id="2" name="Slide Image Placeholder 1">
            <a:extLst>
              <a:ext uri="{FF2B5EF4-FFF2-40B4-BE49-F238E27FC236}">
                <a16:creationId xmlns:a16="http://schemas.microsoft.com/office/drawing/2014/main" id="{C796DBA6-4120-4314-B870-C30608AF7F5F}"/>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5B1C2F8-9F10-4AAA-A625-8C239593B84C}"/>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8FEABD5-40DC-4FD8-BE37-47BD4EBEFB37}"/>
              </a:ext>
            </a:extLst>
          </p:cNvPr>
          <p:cNvSpPr txBox="1">
            <a:spLocks noGrp="1"/>
          </p:cNvSpPr>
          <p:nvPr>
            <p:ph type="sldNum" sz="quarter" idx="5"/>
          </p:nvPr>
        </p:nvSpPr>
        <p:spPr>
          <a:ln/>
        </p:spPr>
        <p:txBody>
          <a:bodyPr vert="horz" lIns="0" tIns="0" rIns="0" bIns="0" anchor="b" anchorCtr="0">
            <a:noAutofit/>
          </a:bodyPr>
          <a:lstStyle/>
          <a:p>
            <a:pPr lvl="0"/>
            <a:fld id="{61E9F5CE-754F-4F03-8679-23873A8FF458}" type="slidenum">
              <a:t>10</a:t>
            </a:fld>
            <a:endParaRPr lang="en-GB"/>
          </a:p>
        </p:txBody>
      </p:sp>
      <p:sp>
        <p:nvSpPr>
          <p:cNvPr id="2" name="Slide Image Placeholder 1">
            <a:extLst>
              <a:ext uri="{FF2B5EF4-FFF2-40B4-BE49-F238E27FC236}">
                <a16:creationId xmlns:a16="http://schemas.microsoft.com/office/drawing/2014/main" id="{204421F0-C318-4950-AF62-B0C505E1460B}"/>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ED51A61-60BA-47BE-BDFC-E45CB689BE4D}"/>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1D4C332-2CD7-411E-916F-8431077F60FB}"/>
              </a:ext>
            </a:extLst>
          </p:cNvPr>
          <p:cNvSpPr txBox="1">
            <a:spLocks noGrp="1"/>
          </p:cNvSpPr>
          <p:nvPr>
            <p:ph type="sldNum" sz="quarter" idx="5"/>
          </p:nvPr>
        </p:nvSpPr>
        <p:spPr>
          <a:ln/>
        </p:spPr>
        <p:txBody>
          <a:bodyPr vert="horz" lIns="0" tIns="0" rIns="0" bIns="0" anchor="b" anchorCtr="0">
            <a:noAutofit/>
          </a:bodyPr>
          <a:lstStyle/>
          <a:p>
            <a:pPr lvl="0"/>
            <a:fld id="{96829DF8-F9BD-4EB9-B780-6B50302ACC71}" type="slidenum">
              <a:t>11</a:t>
            </a:fld>
            <a:endParaRPr lang="en-GB"/>
          </a:p>
        </p:txBody>
      </p:sp>
      <p:sp>
        <p:nvSpPr>
          <p:cNvPr id="2" name="Slide Image Placeholder 1">
            <a:extLst>
              <a:ext uri="{FF2B5EF4-FFF2-40B4-BE49-F238E27FC236}">
                <a16:creationId xmlns:a16="http://schemas.microsoft.com/office/drawing/2014/main" id="{C49ADE44-0407-4251-8426-460B81B908AC}"/>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90AA91D-8F7B-4972-A0F2-0C62F9017C2F}"/>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8F65BC8-2F90-49C1-AD11-335C94048344}"/>
              </a:ext>
            </a:extLst>
          </p:cNvPr>
          <p:cNvSpPr txBox="1">
            <a:spLocks noGrp="1"/>
          </p:cNvSpPr>
          <p:nvPr>
            <p:ph type="sldNum" sz="quarter" idx="5"/>
          </p:nvPr>
        </p:nvSpPr>
        <p:spPr>
          <a:ln/>
        </p:spPr>
        <p:txBody>
          <a:bodyPr vert="horz" lIns="0" tIns="0" rIns="0" bIns="0" anchor="b" anchorCtr="0">
            <a:noAutofit/>
          </a:bodyPr>
          <a:lstStyle/>
          <a:p>
            <a:pPr lvl="0"/>
            <a:fld id="{A0627516-02B5-4DBC-8EDD-DA93C4AF0F92}" type="slidenum">
              <a:t>12</a:t>
            </a:fld>
            <a:endParaRPr lang="en-GB"/>
          </a:p>
        </p:txBody>
      </p:sp>
      <p:sp>
        <p:nvSpPr>
          <p:cNvPr id="2" name="Slide Image Placeholder 1">
            <a:extLst>
              <a:ext uri="{FF2B5EF4-FFF2-40B4-BE49-F238E27FC236}">
                <a16:creationId xmlns:a16="http://schemas.microsoft.com/office/drawing/2014/main" id="{D84977E4-567F-456B-8970-7A9CEDB6EBC3}"/>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694E6DF-ACB1-4652-A786-1417A1C6DD2F}"/>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D6A8E1F-7C12-488F-ABE1-B8E4A6202101}"/>
              </a:ext>
            </a:extLst>
          </p:cNvPr>
          <p:cNvSpPr txBox="1">
            <a:spLocks noGrp="1"/>
          </p:cNvSpPr>
          <p:nvPr>
            <p:ph type="sldNum" sz="quarter" idx="5"/>
          </p:nvPr>
        </p:nvSpPr>
        <p:spPr>
          <a:ln/>
        </p:spPr>
        <p:txBody>
          <a:bodyPr vert="horz" lIns="0" tIns="0" rIns="0" bIns="0" anchor="b" anchorCtr="0">
            <a:noAutofit/>
          </a:bodyPr>
          <a:lstStyle/>
          <a:p>
            <a:pPr lvl="0"/>
            <a:fld id="{6212DFEE-B599-4440-8142-C0C45EC2E846}" type="slidenum">
              <a:t>13</a:t>
            </a:fld>
            <a:endParaRPr lang="en-GB"/>
          </a:p>
        </p:txBody>
      </p:sp>
      <p:sp>
        <p:nvSpPr>
          <p:cNvPr id="2" name="Slide Image Placeholder 1">
            <a:extLst>
              <a:ext uri="{FF2B5EF4-FFF2-40B4-BE49-F238E27FC236}">
                <a16:creationId xmlns:a16="http://schemas.microsoft.com/office/drawing/2014/main" id="{BBF18CEA-3BE8-48FF-B9F1-5A8C9D0000BC}"/>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2B3B9F6-6711-46FB-8A52-9EF8844349E2}"/>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9AF6E8D-79EA-4DF9-9E0B-812980EEFBB8}"/>
              </a:ext>
            </a:extLst>
          </p:cNvPr>
          <p:cNvSpPr txBox="1">
            <a:spLocks noGrp="1"/>
          </p:cNvSpPr>
          <p:nvPr>
            <p:ph type="sldNum" sz="quarter" idx="5"/>
          </p:nvPr>
        </p:nvSpPr>
        <p:spPr>
          <a:ln/>
        </p:spPr>
        <p:txBody>
          <a:bodyPr vert="horz" lIns="0" tIns="0" rIns="0" bIns="0" anchor="b" anchorCtr="0">
            <a:noAutofit/>
          </a:bodyPr>
          <a:lstStyle/>
          <a:p>
            <a:pPr lvl="0"/>
            <a:fld id="{77B5F851-1A9B-4425-8A35-86D5A0243F66}" type="slidenum">
              <a:t>14</a:t>
            </a:fld>
            <a:endParaRPr lang="en-GB"/>
          </a:p>
        </p:txBody>
      </p:sp>
      <p:sp>
        <p:nvSpPr>
          <p:cNvPr id="2" name="Slide Image Placeholder 1">
            <a:extLst>
              <a:ext uri="{FF2B5EF4-FFF2-40B4-BE49-F238E27FC236}">
                <a16:creationId xmlns:a16="http://schemas.microsoft.com/office/drawing/2014/main" id="{C14F045D-E1D9-4329-94E5-E4E8923B6AF6}"/>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6351F3F3-A2EE-4038-8C5E-24D5F4D49056}"/>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085B1EA-098F-4897-B71A-E36A2B494B90}"/>
              </a:ext>
            </a:extLst>
          </p:cNvPr>
          <p:cNvSpPr txBox="1">
            <a:spLocks noGrp="1"/>
          </p:cNvSpPr>
          <p:nvPr>
            <p:ph type="sldNum" sz="quarter" idx="5"/>
          </p:nvPr>
        </p:nvSpPr>
        <p:spPr>
          <a:ln/>
        </p:spPr>
        <p:txBody>
          <a:bodyPr vert="horz" lIns="0" tIns="0" rIns="0" bIns="0" anchor="b" anchorCtr="0">
            <a:noAutofit/>
          </a:bodyPr>
          <a:lstStyle/>
          <a:p>
            <a:pPr lvl="0"/>
            <a:fld id="{DCF9DC0F-6E6D-40E8-8577-D73C9DA515D8}" type="slidenum">
              <a:t>15</a:t>
            </a:fld>
            <a:endParaRPr lang="en-GB"/>
          </a:p>
        </p:txBody>
      </p:sp>
      <p:sp>
        <p:nvSpPr>
          <p:cNvPr id="2" name="Slide Image Placeholder 1">
            <a:extLst>
              <a:ext uri="{FF2B5EF4-FFF2-40B4-BE49-F238E27FC236}">
                <a16:creationId xmlns:a16="http://schemas.microsoft.com/office/drawing/2014/main" id="{9A72C9E7-6E3E-4587-AE92-6880B12AAF4F}"/>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B1D7B0D-D2C9-44E5-AB71-C1BDBC829C87}"/>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C1EB7A2-7643-4127-BE36-22A857447FD2}"/>
              </a:ext>
            </a:extLst>
          </p:cNvPr>
          <p:cNvSpPr txBox="1">
            <a:spLocks noGrp="1"/>
          </p:cNvSpPr>
          <p:nvPr>
            <p:ph type="sldNum" sz="quarter" idx="5"/>
          </p:nvPr>
        </p:nvSpPr>
        <p:spPr>
          <a:ln/>
        </p:spPr>
        <p:txBody>
          <a:bodyPr vert="horz" lIns="0" tIns="0" rIns="0" bIns="0" anchor="b" anchorCtr="0">
            <a:noAutofit/>
          </a:bodyPr>
          <a:lstStyle/>
          <a:p>
            <a:pPr lvl="0"/>
            <a:fld id="{B5FF12F7-3686-4E5E-9E3D-B8AB0B2E64C2}" type="slidenum">
              <a:t>16</a:t>
            </a:fld>
            <a:endParaRPr lang="en-GB"/>
          </a:p>
        </p:txBody>
      </p:sp>
      <p:sp>
        <p:nvSpPr>
          <p:cNvPr id="2" name="Slide Image Placeholder 1">
            <a:extLst>
              <a:ext uri="{FF2B5EF4-FFF2-40B4-BE49-F238E27FC236}">
                <a16:creationId xmlns:a16="http://schemas.microsoft.com/office/drawing/2014/main" id="{066A3F9E-9727-4342-9332-F897445511D4}"/>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4C4FF61-A644-43DA-B1CA-4D9C500CDE09}"/>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6B33EB6-FDE9-4CE0-A3CB-E97A3919BE84}"/>
              </a:ext>
            </a:extLst>
          </p:cNvPr>
          <p:cNvSpPr txBox="1">
            <a:spLocks noGrp="1"/>
          </p:cNvSpPr>
          <p:nvPr>
            <p:ph type="sldNum" sz="quarter" idx="5"/>
          </p:nvPr>
        </p:nvSpPr>
        <p:spPr>
          <a:ln/>
        </p:spPr>
        <p:txBody>
          <a:bodyPr vert="horz" lIns="0" tIns="0" rIns="0" bIns="0" anchor="b" anchorCtr="0">
            <a:noAutofit/>
          </a:bodyPr>
          <a:lstStyle/>
          <a:p>
            <a:pPr lvl="0"/>
            <a:fld id="{A9D8C328-C746-4CA9-8FE5-4355BEABD267}" type="slidenum">
              <a:t>17</a:t>
            </a:fld>
            <a:endParaRPr lang="en-GB"/>
          </a:p>
        </p:txBody>
      </p:sp>
      <p:sp>
        <p:nvSpPr>
          <p:cNvPr id="2" name="Slide Image Placeholder 1">
            <a:extLst>
              <a:ext uri="{FF2B5EF4-FFF2-40B4-BE49-F238E27FC236}">
                <a16:creationId xmlns:a16="http://schemas.microsoft.com/office/drawing/2014/main" id="{446DDDF3-1277-4C1C-A72E-29F6BD912D6A}"/>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E5FD741-67AC-4006-84CF-6BCD05E182AA}"/>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41FB60D-C0D6-41F2-B49B-651C428E3CBF}"/>
              </a:ext>
            </a:extLst>
          </p:cNvPr>
          <p:cNvSpPr txBox="1">
            <a:spLocks noGrp="1"/>
          </p:cNvSpPr>
          <p:nvPr>
            <p:ph type="sldNum" sz="quarter" idx="5"/>
          </p:nvPr>
        </p:nvSpPr>
        <p:spPr>
          <a:ln/>
        </p:spPr>
        <p:txBody>
          <a:bodyPr vert="horz" lIns="0" tIns="0" rIns="0" bIns="0" anchor="b" anchorCtr="0">
            <a:noAutofit/>
          </a:bodyPr>
          <a:lstStyle/>
          <a:p>
            <a:pPr lvl="0"/>
            <a:fld id="{DF4C7EB4-A081-48DE-A7E9-618C6F8A26CB}" type="slidenum">
              <a:t>18</a:t>
            </a:fld>
            <a:endParaRPr lang="en-GB"/>
          </a:p>
        </p:txBody>
      </p:sp>
      <p:sp>
        <p:nvSpPr>
          <p:cNvPr id="2" name="Slide Image Placeholder 1">
            <a:extLst>
              <a:ext uri="{FF2B5EF4-FFF2-40B4-BE49-F238E27FC236}">
                <a16:creationId xmlns:a16="http://schemas.microsoft.com/office/drawing/2014/main" id="{63AE0480-6DAB-46C7-88DF-2A750652F36B}"/>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67F0A18-298E-4C8C-B89C-DC2D462D4B4A}"/>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7550F86-4E84-49B0-85DC-4E848667A73D}"/>
              </a:ext>
            </a:extLst>
          </p:cNvPr>
          <p:cNvSpPr txBox="1">
            <a:spLocks noGrp="1"/>
          </p:cNvSpPr>
          <p:nvPr>
            <p:ph type="sldNum" sz="quarter" idx="5"/>
          </p:nvPr>
        </p:nvSpPr>
        <p:spPr>
          <a:ln/>
        </p:spPr>
        <p:txBody>
          <a:bodyPr vert="horz" lIns="0" tIns="0" rIns="0" bIns="0" anchor="b" anchorCtr="0">
            <a:noAutofit/>
          </a:bodyPr>
          <a:lstStyle/>
          <a:p>
            <a:pPr lvl="0"/>
            <a:fld id="{CB4E37CD-2F11-4892-AEF3-C0AEC31B0026}" type="slidenum">
              <a:t>19</a:t>
            </a:fld>
            <a:endParaRPr lang="en-GB"/>
          </a:p>
        </p:txBody>
      </p:sp>
      <p:sp>
        <p:nvSpPr>
          <p:cNvPr id="2" name="Slide Image Placeholder 1">
            <a:extLst>
              <a:ext uri="{FF2B5EF4-FFF2-40B4-BE49-F238E27FC236}">
                <a16:creationId xmlns:a16="http://schemas.microsoft.com/office/drawing/2014/main" id="{18B6CB4E-4F8A-43B2-AD0A-0FC7A99BC3E4}"/>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E39C4AC-95BC-4426-A86A-593906B83793}"/>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0A395DC-DC11-4AB2-89B7-CF0C07653117}"/>
              </a:ext>
            </a:extLst>
          </p:cNvPr>
          <p:cNvSpPr txBox="1">
            <a:spLocks noGrp="1"/>
          </p:cNvSpPr>
          <p:nvPr>
            <p:ph type="sldNum" sz="quarter" idx="5"/>
          </p:nvPr>
        </p:nvSpPr>
        <p:spPr>
          <a:ln/>
        </p:spPr>
        <p:txBody>
          <a:bodyPr vert="horz" lIns="0" tIns="0" rIns="0" bIns="0" anchor="b" anchorCtr="0">
            <a:noAutofit/>
          </a:bodyPr>
          <a:lstStyle/>
          <a:p>
            <a:pPr lvl="0"/>
            <a:fld id="{CACDE4FA-F361-4D7A-B5FC-FC4A45B066D4}" type="slidenum">
              <a:t>20</a:t>
            </a:fld>
            <a:endParaRPr lang="en-GB"/>
          </a:p>
        </p:txBody>
      </p:sp>
      <p:sp>
        <p:nvSpPr>
          <p:cNvPr id="2" name="Slide Image Placeholder 1">
            <a:extLst>
              <a:ext uri="{FF2B5EF4-FFF2-40B4-BE49-F238E27FC236}">
                <a16:creationId xmlns:a16="http://schemas.microsoft.com/office/drawing/2014/main" id="{177AF4D4-1EDF-4FDD-843A-2177062FCFF2}"/>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5E9E598-EB98-48F7-BCA4-D23CD1EB5427}"/>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86E7992-0DF1-42F9-9AB6-9E162B92F6A0}"/>
              </a:ext>
            </a:extLst>
          </p:cNvPr>
          <p:cNvSpPr txBox="1">
            <a:spLocks noGrp="1"/>
          </p:cNvSpPr>
          <p:nvPr>
            <p:ph type="sldNum" sz="quarter" idx="5"/>
          </p:nvPr>
        </p:nvSpPr>
        <p:spPr>
          <a:ln/>
        </p:spPr>
        <p:txBody>
          <a:bodyPr vert="horz" lIns="0" tIns="0" rIns="0" bIns="0" anchor="b" anchorCtr="0">
            <a:noAutofit/>
          </a:bodyPr>
          <a:lstStyle/>
          <a:p>
            <a:pPr lvl="0"/>
            <a:fld id="{1A70261B-FF52-4B57-B7E3-80043BB00AFF}" type="slidenum">
              <a:t>21</a:t>
            </a:fld>
            <a:endParaRPr lang="en-GB"/>
          </a:p>
        </p:txBody>
      </p:sp>
      <p:sp>
        <p:nvSpPr>
          <p:cNvPr id="2" name="Slide Image Placeholder 1">
            <a:extLst>
              <a:ext uri="{FF2B5EF4-FFF2-40B4-BE49-F238E27FC236}">
                <a16:creationId xmlns:a16="http://schemas.microsoft.com/office/drawing/2014/main" id="{FDFA4690-E9F6-4186-B804-402933FB1EDE}"/>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6F7171A0-1DA0-4D0F-AF2D-6C9B47EDC39D}"/>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5172114-8450-4ED9-BD80-07C57A750A49}"/>
              </a:ext>
            </a:extLst>
          </p:cNvPr>
          <p:cNvSpPr txBox="1">
            <a:spLocks noGrp="1"/>
          </p:cNvSpPr>
          <p:nvPr>
            <p:ph type="sldNum" sz="quarter" idx="5"/>
          </p:nvPr>
        </p:nvSpPr>
        <p:spPr>
          <a:ln/>
        </p:spPr>
        <p:txBody>
          <a:bodyPr vert="horz" lIns="0" tIns="0" rIns="0" bIns="0" anchor="b" anchorCtr="0">
            <a:noAutofit/>
          </a:bodyPr>
          <a:lstStyle/>
          <a:p>
            <a:pPr lvl="0"/>
            <a:fld id="{9657603F-E7EE-433B-965A-3E6C378735E8}" type="slidenum">
              <a:t>22</a:t>
            </a:fld>
            <a:endParaRPr lang="en-GB"/>
          </a:p>
        </p:txBody>
      </p:sp>
      <p:sp>
        <p:nvSpPr>
          <p:cNvPr id="2" name="Slide Image Placeholder 1">
            <a:extLst>
              <a:ext uri="{FF2B5EF4-FFF2-40B4-BE49-F238E27FC236}">
                <a16:creationId xmlns:a16="http://schemas.microsoft.com/office/drawing/2014/main" id="{6956F0C1-5627-4636-B206-5E2C4975A4CA}"/>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3DA4AA1-A9E0-4A51-87AF-83C313ADB85F}"/>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C3449D0-80FA-46F3-B862-835579387D12}"/>
              </a:ext>
            </a:extLst>
          </p:cNvPr>
          <p:cNvSpPr txBox="1">
            <a:spLocks noGrp="1"/>
          </p:cNvSpPr>
          <p:nvPr>
            <p:ph type="sldNum" sz="quarter" idx="5"/>
          </p:nvPr>
        </p:nvSpPr>
        <p:spPr>
          <a:ln/>
        </p:spPr>
        <p:txBody>
          <a:bodyPr vert="horz" lIns="0" tIns="0" rIns="0" bIns="0" anchor="b" anchorCtr="0">
            <a:noAutofit/>
          </a:bodyPr>
          <a:lstStyle/>
          <a:p>
            <a:pPr lvl="0"/>
            <a:fld id="{4F16BA41-E95A-43F6-BEA0-2D4992424F0A}" type="slidenum">
              <a:t>23</a:t>
            </a:fld>
            <a:endParaRPr lang="en-GB"/>
          </a:p>
        </p:txBody>
      </p:sp>
      <p:sp>
        <p:nvSpPr>
          <p:cNvPr id="2" name="Slide Image Placeholder 1">
            <a:extLst>
              <a:ext uri="{FF2B5EF4-FFF2-40B4-BE49-F238E27FC236}">
                <a16:creationId xmlns:a16="http://schemas.microsoft.com/office/drawing/2014/main" id="{AEE6F71D-7746-4428-ADB7-47B5E39C1BB6}"/>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3F3E68C-16FF-47AD-86FE-798779191602}"/>
              </a:ext>
            </a:extLst>
          </p:cNvPr>
          <p:cNvSpPr txBox="1">
            <a:spLocks noGrp="1"/>
          </p:cNvSpPr>
          <p:nvPr>
            <p:ph type="body" sz="quarter" idx="1"/>
          </p:nvPr>
        </p:nvSpPr>
        <p:spPr/>
        <p:txBody>
          <a:bodyPr vert="horz"/>
          <a:lstStyle/>
          <a:p>
            <a:pPr rtl="0"/>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5C30559-C577-473C-9416-D24F0ABD1005}"/>
              </a:ext>
            </a:extLst>
          </p:cNvPr>
          <p:cNvSpPr txBox="1">
            <a:spLocks noGrp="1"/>
          </p:cNvSpPr>
          <p:nvPr>
            <p:ph type="sldNum" sz="quarter" idx="5"/>
          </p:nvPr>
        </p:nvSpPr>
        <p:spPr>
          <a:ln/>
        </p:spPr>
        <p:txBody>
          <a:bodyPr vert="horz" lIns="0" tIns="0" rIns="0" bIns="0" anchor="b" anchorCtr="0">
            <a:noAutofit/>
          </a:bodyPr>
          <a:lstStyle/>
          <a:p>
            <a:pPr lvl="0"/>
            <a:fld id="{23C2AF1B-19AC-41D3-B2AB-0FFDC74667E4}" type="slidenum">
              <a:t>24</a:t>
            </a:fld>
            <a:endParaRPr lang="en-GB"/>
          </a:p>
        </p:txBody>
      </p:sp>
      <p:sp>
        <p:nvSpPr>
          <p:cNvPr id="2" name="Slide Image Placeholder 1">
            <a:extLst>
              <a:ext uri="{FF2B5EF4-FFF2-40B4-BE49-F238E27FC236}">
                <a16:creationId xmlns:a16="http://schemas.microsoft.com/office/drawing/2014/main" id="{36E62C1F-9936-4FAF-B089-11C5CB39D79F}"/>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A72BA0A-EE02-40A1-A6DD-295F58F85C82}"/>
              </a:ext>
            </a:extLst>
          </p:cNvPr>
          <p:cNvSpPr txBox="1">
            <a:spLocks noGrp="1"/>
          </p:cNvSpPr>
          <p:nvPr>
            <p:ph type="body" sz="quarter" idx="1"/>
          </p:nvPr>
        </p:nvSpPr>
        <p:spPr/>
        <p:txBody>
          <a:bodyPr vert="horz"/>
          <a:lstStyle/>
          <a:p>
            <a:pPr rtl="0"/>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D0E32-65D1-4E10-AF75-6DFA7E302B7D}"/>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FD6025E-9FCD-487F-A0C8-BE21CFAF1417}"/>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0A8979F-E2CA-410B-BAE2-E1DC575A81CD}"/>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140C46E1-C1D7-4CD5-BDE2-EA2695B9250F}"/>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EE13F643-B5C3-43B7-9B46-85D78D2EF288}"/>
              </a:ext>
            </a:extLst>
          </p:cNvPr>
          <p:cNvSpPr>
            <a:spLocks noGrp="1"/>
          </p:cNvSpPr>
          <p:nvPr>
            <p:ph type="sldNum" sz="quarter" idx="12"/>
          </p:nvPr>
        </p:nvSpPr>
        <p:spPr/>
        <p:txBody>
          <a:bodyPr/>
          <a:lstStyle/>
          <a:p>
            <a:pPr lvl="0"/>
            <a:fld id="{F62E2906-24E0-4EE9-9B10-1D6CAD8EF640}" type="slidenum">
              <a:t>‹#›</a:t>
            </a:fld>
            <a:endParaRPr lang="en-GB"/>
          </a:p>
        </p:txBody>
      </p:sp>
    </p:spTree>
    <p:extLst>
      <p:ext uri="{BB962C8B-B14F-4D97-AF65-F5344CB8AC3E}">
        <p14:creationId xmlns:p14="http://schemas.microsoft.com/office/powerpoint/2010/main" val="2728585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3C3BA-1DA0-456C-95EF-60676536DE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D0B1F3D-A42A-4FEA-B885-300DCAD5CA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7B9BF99-6C6B-46CB-B279-BE66CA996ABC}"/>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A915A07C-F908-4135-95AF-EED53EE531EA}"/>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8C7DD624-4247-4574-BB22-919049F667E8}"/>
              </a:ext>
            </a:extLst>
          </p:cNvPr>
          <p:cNvSpPr>
            <a:spLocks noGrp="1"/>
          </p:cNvSpPr>
          <p:nvPr>
            <p:ph type="sldNum" sz="quarter" idx="12"/>
          </p:nvPr>
        </p:nvSpPr>
        <p:spPr/>
        <p:txBody>
          <a:bodyPr/>
          <a:lstStyle/>
          <a:p>
            <a:pPr lvl="0"/>
            <a:fld id="{EA88BCB7-153B-498E-BCC0-E068BC0B9DD9}" type="slidenum">
              <a:t>‹#›</a:t>
            </a:fld>
            <a:endParaRPr lang="en-GB"/>
          </a:p>
        </p:txBody>
      </p:sp>
    </p:spTree>
    <p:extLst>
      <p:ext uri="{BB962C8B-B14F-4D97-AF65-F5344CB8AC3E}">
        <p14:creationId xmlns:p14="http://schemas.microsoft.com/office/powerpoint/2010/main" val="6167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09115-8ACD-45F3-8E66-4FA2F4974D4C}"/>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BED67DF-4EAB-4916-BDAD-6D1DEBF7029D}"/>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4DA097-1F80-457C-AB3B-29362C1473A5}"/>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025382C7-3240-48E8-9A1B-5D986B2915E0}"/>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F679D28B-95DC-4362-B527-B3EDA2304C39}"/>
              </a:ext>
            </a:extLst>
          </p:cNvPr>
          <p:cNvSpPr>
            <a:spLocks noGrp="1"/>
          </p:cNvSpPr>
          <p:nvPr>
            <p:ph type="sldNum" sz="quarter" idx="12"/>
          </p:nvPr>
        </p:nvSpPr>
        <p:spPr/>
        <p:txBody>
          <a:bodyPr/>
          <a:lstStyle/>
          <a:p>
            <a:pPr lvl="0"/>
            <a:fld id="{6CD75469-4082-465A-A7C5-5D125B5FB93C}" type="slidenum">
              <a:t>‹#›</a:t>
            </a:fld>
            <a:endParaRPr lang="en-GB"/>
          </a:p>
        </p:txBody>
      </p:sp>
    </p:spTree>
    <p:extLst>
      <p:ext uri="{BB962C8B-B14F-4D97-AF65-F5344CB8AC3E}">
        <p14:creationId xmlns:p14="http://schemas.microsoft.com/office/powerpoint/2010/main" val="3896529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D0CE2-8FD4-4887-AD96-F1C14EDC89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30D0DE-E455-410F-BF8C-D762604450D1}"/>
              </a:ext>
            </a:extLst>
          </p:cNvPr>
          <p:cNvSpPr>
            <a:spLocks noGrp="1"/>
          </p:cNvSpPr>
          <p:nvPr>
            <p:ph sz="half" idx="1"/>
          </p:nvPr>
        </p:nvSpPr>
        <p:spPr>
          <a:xfrm>
            <a:off x="503238" y="2376488"/>
            <a:ext cx="4459287"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CE6C800-DF92-493E-8DA8-DCC8F1279B09}"/>
              </a:ext>
            </a:extLst>
          </p:cNvPr>
          <p:cNvSpPr>
            <a:spLocks noGrp="1"/>
          </p:cNvSpPr>
          <p:nvPr>
            <p:ph sz="half" idx="2"/>
          </p:nvPr>
        </p:nvSpPr>
        <p:spPr>
          <a:xfrm>
            <a:off x="5114925" y="2376488"/>
            <a:ext cx="4460875"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DC6A404-9267-4265-B07E-2CF494E06A08}"/>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24AF98FC-0C20-42AD-8323-3137D0E28451}"/>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31051A44-2344-4E7E-A7C3-445BB77F586E}"/>
              </a:ext>
            </a:extLst>
          </p:cNvPr>
          <p:cNvSpPr>
            <a:spLocks noGrp="1"/>
          </p:cNvSpPr>
          <p:nvPr>
            <p:ph type="sldNum" sz="quarter" idx="12"/>
          </p:nvPr>
        </p:nvSpPr>
        <p:spPr/>
        <p:txBody>
          <a:bodyPr/>
          <a:lstStyle/>
          <a:p>
            <a:pPr lvl="0"/>
            <a:fld id="{88EF0789-DD6C-4A5F-8C67-517B2DAADEA8}" type="slidenum">
              <a:t>‹#›</a:t>
            </a:fld>
            <a:endParaRPr lang="en-GB"/>
          </a:p>
        </p:txBody>
      </p:sp>
    </p:spTree>
    <p:extLst>
      <p:ext uri="{BB962C8B-B14F-4D97-AF65-F5344CB8AC3E}">
        <p14:creationId xmlns:p14="http://schemas.microsoft.com/office/powerpoint/2010/main" val="3113310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9DC68-7216-437B-9C4C-4D359D8E8E79}"/>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44B01B-D2EB-4E80-AD42-59C6AF6CA5B3}"/>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01F5F5-0CB1-4E8F-A2B0-8EB990852F4E}"/>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C4C01C2-83A1-45EF-9E51-1606721292F3}"/>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7C2B88-5D06-4F1A-ABDF-B418D60596BB}"/>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27C6784-81EC-4EBB-8BCD-9081844E069D}"/>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D50B022D-785E-41E4-82EF-8CB2FE0E4639}"/>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11FF6E25-5238-4399-AB9C-79DF8F2B4499}"/>
              </a:ext>
            </a:extLst>
          </p:cNvPr>
          <p:cNvSpPr>
            <a:spLocks noGrp="1"/>
          </p:cNvSpPr>
          <p:nvPr>
            <p:ph type="sldNum" sz="quarter" idx="12"/>
          </p:nvPr>
        </p:nvSpPr>
        <p:spPr/>
        <p:txBody>
          <a:bodyPr/>
          <a:lstStyle/>
          <a:p>
            <a:pPr lvl="0"/>
            <a:fld id="{2AE9E148-2255-47F0-AFBE-934570487F3F}" type="slidenum">
              <a:t>‹#›</a:t>
            </a:fld>
            <a:endParaRPr lang="en-GB"/>
          </a:p>
        </p:txBody>
      </p:sp>
    </p:spTree>
    <p:extLst>
      <p:ext uri="{BB962C8B-B14F-4D97-AF65-F5344CB8AC3E}">
        <p14:creationId xmlns:p14="http://schemas.microsoft.com/office/powerpoint/2010/main" val="1934099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EE31B-89DF-4190-8548-70A19143525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D88FA7E-E38D-4CAE-8341-B4336259A779}"/>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13867F1A-C1CE-4168-A22D-7D5E1FA0C8CE}"/>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6B80990F-444A-4692-A918-B9B78CCD95C0}"/>
              </a:ext>
            </a:extLst>
          </p:cNvPr>
          <p:cNvSpPr>
            <a:spLocks noGrp="1"/>
          </p:cNvSpPr>
          <p:nvPr>
            <p:ph type="sldNum" sz="quarter" idx="12"/>
          </p:nvPr>
        </p:nvSpPr>
        <p:spPr/>
        <p:txBody>
          <a:bodyPr/>
          <a:lstStyle/>
          <a:p>
            <a:pPr lvl="0"/>
            <a:fld id="{A529EC93-F232-45D7-8319-D51CE7251672}" type="slidenum">
              <a:t>‹#›</a:t>
            </a:fld>
            <a:endParaRPr lang="en-GB"/>
          </a:p>
        </p:txBody>
      </p:sp>
    </p:spTree>
    <p:extLst>
      <p:ext uri="{BB962C8B-B14F-4D97-AF65-F5344CB8AC3E}">
        <p14:creationId xmlns:p14="http://schemas.microsoft.com/office/powerpoint/2010/main" val="2101548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57FAA4-8E62-4F98-9B9C-D2308EDA3C9C}"/>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833BEEFC-14C4-4F7F-949E-C13C261EA513}"/>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56DA8895-8131-4E30-BF4A-38280D3121BB}"/>
              </a:ext>
            </a:extLst>
          </p:cNvPr>
          <p:cNvSpPr>
            <a:spLocks noGrp="1"/>
          </p:cNvSpPr>
          <p:nvPr>
            <p:ph type="sldNum" sz="quarter" idx="12"/>
          </p:nvPr>
        </p:nvSpPr>
        <p:spPr/>
        <p:txBody>
          <a:bodyPr/>
          <a:lstStyle/>
          <a:p>
            <a:pPr lvl="0"/>
            <a:fld id="{EE380ECE-D220-4A40-AF22-D949C09F47B5}" type="slidenum">
              <a:t>‹#›</a:t>
            </a:fld>
            <a:endParaRPr lang="en-GB"/>
          </a:p>
        </p:txBody>
      </p:sp>
    </p:spTree>
    <p:extLst>
      <p:ext uri="{BB962C8B-B14F-4D97-AF65-F5344CB8AC3E}">
        <p14:creationId xmlns:p14="http://schemas.microsoft.com/office/powerpoint/2010/main" val="369460506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A1BB3-FE7A-4BB9-AC7B-148807974B47}"/>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70DFD20-321D-4663-8F4C-B75FC036BFEA}"/>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E53F794-5F46-41E0-A6F0-A6A9C29DEAEB}"/>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3C1935-6456-4B84-8890-C1A545B72A38}"/>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154B82E6-1061-4F85-8A34-C56EFE73434E}"/>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89532D61-A2BC-4773-ACD3-3C3F4ADA2E9D}"/>
              </a:ext>
            </a:extLst>
          </p:cNvPr>
          <p:cNvSpPr>
            <a:spLocks noGrp="1"/>
          </p:cNvSpPr>
          <p:nvPr>
            <p:ph type="sldNum" sz="quarter" idx="12"/>
          </p:nvPr>
        </p:nvSpPr>
        <p:spPr/>
        <p:txBody>
          <a:bodyPr/>
          <a:lstStyle/>
          <a:p>
            <a:pPr lvl="0"/>
            <a:fld id="{5D35D5BA-A0A7-4355-84DA-B3B41FF4F88D}" type="slidenum">
              <a:t>‹#›</a:t>
            </a:fld>
            <a:endParaRPr lang="en-GB"/>
          </a:p>
        </p:txBody>
      </p:sp>
    </p:spTree>
    <p:extLst>
      <p:ext uri="{BB962C8B-B14F-4D97-AF65-F5344CB8AC3E}">
        <p14:creationId xmlns:p14="http://schemas.microsoft.com/office/powerpoint/2010/main" val="2364116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6268F-952E-400D-B507-8204434DE013}"/>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46326EA-5F8E-4952-8600-A653DCCEFAA7}"/>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E94D02D-9062-46DD-BA07-0DC894F738CA}"/>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5BC605-E368-433A-AB37-4DA3CC64AB0E}"/>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889C7F73-DD54-45F8-BB88-1895D8AED503}"/>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AD3E7BB9-B03A-4362-8434-881382C1081C}"/>
              </a:ext>
            </a:extLst>
          </p:cNvPr>
          <p:cNvSpPr>
            <a:spLocks noGrp="1"/>
          </p:cNvSpPr>
          <p:nvPr>
            <p:ph type="sldNum" sz="quarter" idx="12"/>
          </p:nvPr>
        </p:nvSpPr>
        <p:spPr/>
        <p:txBody>
          <a:bodyPr/>
          <a:lstStyle/>
          <a:p>
            <a:pPr lvl="0"/>
            <a:fld id="{BE3F8852-4F3A-4F14-845E-7E15CE6A0588}" type="slidenum">
              <a:t>‹#›</a:t>
            </a:fld>
            <a:endParaRPr lang="en-GB"/>
          </a:p>
        </p:txBody>
      </p:sp>
    </p:spTree>
    <p:extLst>
      <p:ext uri="{BB962C8B-B14F-4D97-AF65-F5344CB8AC3E}">
        <p14:creationId xmlns:p14="http://schemas.microsoft.com/office/powerpoint/2010/main" val="1317558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CF9AF-3636-4270-911E-34CF381E3DD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EBD4FA7-7991-4A5B-8FB5-0E7BA1C046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9AC105E-3845-45AF-B84B-26B7CBD1D439}"/>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9A754414-659C-4D7B-BAF7-62813754ED44}"/>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66824656-ECE1-40A0-BEB6-91F41A9AE7EE}"/>
              </a:ext>
            </a:extLst>
          </p:cNvPr>
          <p:cNvSpPr>
            <a:spLocks noGrp="1"/>
          </p:cNvSpPr>
          <p:nvPr>
            <p:ph type="sldNum" sz="quarter" idx="12"/>
          </p:nvPr>
        </p:nvSpPr>
        <p:spPr/>
        <p:txBody>
          <a:bodyPr/>
          <a:lstStyle/>
          <a:p>
            <a:pPr lvl="0"/>
            <a:fld id="{CA74F5D2-2549-45E3-9D06-8F2CFF673A17}" type="slidenum">
              <a:t>‹#›</a:t>
            </a:fld>
            <a:endParaRPr lang="en-GB"/>
          </a:p>
        </p:txBody>
      </p:sp>
    </p:spTree>
    <p:extLst>
      <p:ext uri="{BB962C8B-B14F-4D97-AF65-F5344CB8AC3E}">
        <p14:creationId xmlns:p14="http://schemas.microsoft.com/office/powerpoint/2010/main" val="4063688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0FC020-F0E3-45E2-9D93-736DFC25E94C}"/>
              </a:ext>
            </a:extLst>
          </p:cNvPr>
          <p:cNvSpPr>
            <a:spLocks noGrp="1"/>
          </p:cNvSpPr>
          <p:nvPr>
            <p:ph type="title" orient="vert"/>
          </p:nvPr>
        </p:nvSpPr>
        <p:spPr>
          <a:xfrm>
            <a:off x="7308850" y="809625"/>
            <a:ext cx="2266950" cy="431958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842FA59-B140-4673-96C5-F987AB10452D}"/>
              </a:ext>
            </a:extLst>
          </p:cNvPr>
          <p:cNvSpPr>
            <a:spLocks noGrp="1"/>
          </p:cNvSpPr>
          <p:nvPr>
            <p:ph type="body" orient="vert" idx="1"/>
          </p:nvPr>
        </p:nvSpPr>
        <p:spPr>
          <a:xfrm>
            <a:off x="503238" y="809625"/>
            <a:ext cx="6653212" cy="4319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DB3056-E360-4866-906E-4CF679C3F26A}"/>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DFF5D8E5-93C5-4481-817C-AB9888AA0225}"/>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E78C6632-7ACE-4F5D-AB7E-586924CD44A9}"/>
              </a:ext>
            </a:extLst>
          </p:cNvPr>
          <p:cNvSpPr>
            <a:spLocks noGrp="1"/>
          </p:cNvSpPr>
          <p:nvPr>
            <p:ph type="sldNum" sz="quarter" idx="12"/>
          </p:nvPr>
        </p:nvSpPr>
        <p:spPr/>
        <p:txBody>
          <a:bodyPr/>
          <a:lstStyle/>
          <a:p>
            <a:pPr lvl="0"/>
            <a:fld id="{A845B01A-AF44-46C4-B899-82CDE54305FD}" type="slidenum">
              <a:t>‹#›</a:t>
            </a:fld>
            <a:endParaRPr lang="en-GB"/>
          </a:p>
        </p:txBody>
      </p:sp>
    </p:spTree>
    <p:extLst>
      <p:ext uri="{BB962C8B-B14F-4D97-AF65-F5344CB8AC3E}">
        <p14:creationId xmlns:p14="http://schemas.microsoft.com/office/powerpoint/2010/main" val="922846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8F1AC-2FAA-4098-8D6E-4133BAC61B4A}"/>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4FBEC9D-6BED-460F-A8EF-6C63592E1161}"/>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45A1653-8045-4B31-A85A-A87177FF2CC1}"/>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031791E9-3E52-43B2-A403-343D4E0F9FA6}"/>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4277D7E3-22AA-432D-94EE-5EDC13078480}"/>
              </a:ext>
            </a:extLst>
          </p:cNvPr>
          <p:cNvSpPr>
            <a:spLocks noGrp="1"/>
          </p:cNvSpPr>
          <p:nvPr>
            <p:ph type="sldNum" sz="quarter" idx="12"/>
          </p:nvPr>
        </p:nvSpPr>
        <p:spPr/>
        <p:txBody>
          <a:bodyPr/>
          <a:lstStyle/>
          <a:p>
            <a:pPr lvl="0"/>
            <a:fld id="{B9BEB3AE-7999-4930-A2CD-2E96009B8706}" type="slidenum">
              <a:t>‹#›</a:t>
            </a:fld>
            <a:endParaRPr lang="en-GB"/>
          </a:p>
        </p:txBody>
      </p:sp>
    </p:spTree>
    <p:extLst>
      <p:ext uri="{BB962C8B-B14F-4D97-AF65-F5344CB8AC3E}">
        <p14:creationId xmlns:p14="http://schemas.microsoft.com/office/powerpoint/2010/main" val="2716518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7A6FF-66B6-47DF-A1B6-3CF8BA3B951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D27E9CE-E838-4F36-B2D9-0AF777B818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776015-A452-4ABA-A8B5-97363919FBC7}"/>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2DA1C2BF-5687-4A5F-BE42-3236A7A48FC1}"/>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3B4195FD-6B55-4CEB-B6A0-107C146EB898}"/>
              </a:ext>
            </a:extLst>
          </p:cNvPr>
          <p:cNvSpPr>
            <a:spLocks noGrp="1"/>
          </p:cNvSpPr>
          <p:nvPr>
            <p:ph type="sldNum" sz="quarter" idx="12"/>
          </p:nvPr>
        </p:nvSpPr>
        <p:spPr/>
        <p:txBody>
          <a:bodyPr/>
          <a:lstStyle/>
          <a:p>
            <a:pPr lvl="0"/>
            <a:fld id="{1BD6836B-F0EF-4439-B443-B2F5F7B2DD82}" type="slidenum">
              <a:t>‹#›</a:t>
            </a:fld>
            <a:endParaRPr lang="en-GB"/>
          </a:p>
        </p:txBody>
      </p:sp>
    </p:spTree>
    <p:extLst>
      <p:ext uri="{BB962C8B-B14F-4D97-AF65-F5344CB8AC3E}">
        <p14:creationId xmlns:p14="http://schemas.microsoft.com/office/powerpoint/2010/main" val="10107613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5C9CA-DA59-4292-A66F-131A9544332E}"/>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E863C54-06E4-4D1A-8B1D-CC3F14C3D4FD}"/>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AD28CA-BE09-4938-BA6A-3194934CA162}"/>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C9ED1048-2767-4454-A210-D5179B11F751}"/>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AE3301FB-265A-4178-A024-94414411630F}"/>
              </a:ext>
            </a:extLst>
          </p:cNvPr>
          <p:cNvSpPr>
            <a:spLocks noGrp="1"/>
          </p:cNvSpPr>
          <p:nvPr>
            <p:ph type="sldNum" sz="quarter" idx="12"/>
          </p:nvPr>
        </p:nvSpPr>
        <p:spPr/>
        <p:txBody>
          <a:bodyPr/>
          <a:lstStyle/>
          <a:p>
            <a:pPr lvl="0"/>
            <a:fld id="{D21DF9A9-42BF-4143-AEBC-0FFC13DA0CAA}" type="slidenum">
              <a:t>‹#›</a:t>
            </a:fld>
            <a:endParaRPr lang="en-GB"/>
          </a:p>
        </p:txBody>
      </p:sp>
    </p:spTree>
    <p:extLst>
      <p:ext uri="{BB962C8B-B14F-4D97-AF65-F5344CB8AC3E}">
        <p14:creationId xmlns:p14="http://schemas.microsoft.com/office/powerpoint/2010/main" val="669710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AF647-932F-4CAA-B99A-F6C3F2C711F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C4D0B34-C125-4C38-A728-8BE55DEB0436}"/>
              </a:ext>
            </a:extLst>
          </p:cNvPr>
          <p:cNvSpPr>
            <a:spLocks noGrp="1"/>
          </p:cNvSpPr>
          <p:nvPr>
            <p:ph sz="half" idx="1"/>
          </p:nvPr>
        </p:nvSpPr>
        <p:spPr>
          <a:xfrm>
            <a:off x="503238" y="1327150"/>
            <a:ext cx="4459287"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A0B246C-E867-43C2-92CF-04A757BFD4B2}"/>
              </a:ext>
            </a:extLst>
          </p:cNvPr>
          <p:cNvSpPr>
            <a:spLocks noGrp="1"/>
          </p:cNvSpPr>
          <p:nvPr>
            <p:ph sz="half" idx="2"/>
          </p:nvPr>
        </p:nvSpPr>
        <p:spPr>
          <a:xfrm>
            <a:off x="5114925" y="1327150"/>
            <a:ext cx="4460875"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5BB7F67-7250-403B-B325-A493EE8A3768}"/>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FBE37EEA-D163-4AAC-B471-3D3DDD3AA16C}"/>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E814CA7D-A7DB-4F65-84CE-890B7A6764A1}"/>
              </a:ext>
            </a:extLst>
          </p:cNvPr>
          <p:cNvSpPr>
            <a:spLocks noGrp="1"/>
          </p:cNvSpPr>
          <p:nvPr>
            <p:ph type="sldNum" sz="quarter" idx="12"/>
          </p:nvPr>
        </p:nvSpPr>
        <p:spPr/>
        <p:txBody>
          <a:bodyPr/>
          <a:lstStyle/>
          <a:p>
            <a:pPr lvl="0"/>
            <a:fld id="{BC5FBE36-247F-4FBD-9C15-1E9DC7B18E9D}" type="slidenum">
              <a:t>‹#›</a:t>
            </a:fld>
            <a:endParaRPr lang="en-GB"/>
          </a:p>
        </p:txBody>
      </p:sp>
    </p:spTree>
    <p:extLst>
      <p:ext uri="{BB962C8B-B14F-4D97-AF65-F5344CB8AC3E}">
        <p14:creationId xmlns:p14="http://schemas.microsoft.com/office/powerpoint/2010/main" val="8049834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725D2-2F70-438C-A3BC-CCB04B3B29BC}"/>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04EF219-660A-4DB8-8449-F958E86A2B9D}"/>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B67EBC-C926-4FDF-ACB0-E4C45555DA71}"/>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88A42F1-C200-4DD8-B180-0872D9DAABA6}"/>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ADAB87-BD69-4548-9FEC-A39D2515FEA8}"/>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0E2E544-1E40-4C33-8F4F-C5D07289727D}"/>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D375F89B-301E-49AF-926C-1D1F7B31F451}"/>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981D9E1A-C1DB-44E2-99B2-CAF461404C44}"/>
              </a:ext>
            </a:extLst>
          </p:cNvPr>
          <p:cNvSpPr>
            <a:spLocks noGrp="1"/>
          </p:cNvSpPr>
          <p:nvPr>
            <p:ph type="sldNum" sz="quarter" idx="12"/>
          </p:nvPr>
        </p:nvSpPr>
        <p:spPr/>
        <p:txBody>
          <a:bodyPr/>
          <a:lstStyle/>
          <a:p>
            <a:pPr lvl="0"/>
            <a:fld id="{C7074214-024B-4E2F-A204-78B79430F1E1}" type="slidenum">
              <a:t>‹#›</a:t>
            </a:fld>
            <a:endParaRPr lang="en-GB"/>
          </a:p>
        </p:txBody>
      </p:sp>
    </p:spTree>
    <p:extLst>
      <p:ext uri="{BB962C8B-B14F-4D97-AF65-F5344CB8AC3E}">
        <p14:creationId xmlns:p14="http://schemas.microsoft.com/office/powerpoint/2010/main" val="27549920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FA335-514A-4D2B-8B0E-C7029FCBC7B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A7AC6DC-94EA-4497-A036-08C02E936AE0}"/>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2E5B01D4-0888-4765-8F1D-A16DD38A1A29}"/>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45976B52-1B7A-4257-9369-77F395DD9BD3}"/>
              </a:ext>
            </a:extLst>
          </p:cNvPr>
          <p:cNvSpPr>
            <a:spLocks noGrp="1"/>
          </p:cNvSpPr>
          <p:nvPr>
            <p:ph type="sldNum" sz="quarter" idx="12"/>
          </p:nvPr>
        </p:nvSpPr>
        <p:spPr/>
        <p:txBody>
          <a:bodyPr/>
          <a:lstStyle/>
          <a:p>
            <a:pPr lvl="0"/>
            <a:fld id="{5918F03A-6F90-4E08-A5BB-32B11C8CB25A}" type="slidenum">
              <a:t>‹#›</a:t>
            </a:fld>
            <a:endParaRPr lang="en-GB"/>
          </a:p>
        </p:txBody>
      </p:sp>
    </p:spTree>
    <p:extLst>
      <p:ext uri="{BB962C8B-B14F-4D97-AF65-F5344CB8AC3E}">
        <p14:creationId xmlns:p14="http://schemas.microsoft.com/office/powerpoint/2010/main" val="3743030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2779FA-DAD2-4014-8AAF-5C6D1B9D621D}"/>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AEA037E5-60D6-4FA4-9995-AC3EACA73EA6}"/>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804E8238-3376-44B2-93E0-FD2BDE6BB76B}"/>
              </a:ext>
            </a:extLst>
          </p:cNvPr>
          <p:cNvSpPr>
            <a:spLocks noGrp="1"/>
          </p:cNvSpPr>
          <p:nvPr>
            <p:ph type="sldNum" sz="quarter" idx="12"/>
          </p:nvPr>
        </p:nvSpPr>
        <p:spPr/>
        <p:txBody>
          <a:bodyPr/>
          <a:lstStyle/>
          <a:p>
            <a:pPr lvl="0"/>
            <a:fld id="{88A5CD88-830F-4BB4-8ECB-F0D57505B991}" type="slidenum">
              <a:t>‹#›</a:t>
            </a:fld>
            <a:endParaRPr lang="en-GB"/>
          </a:p>
        </p:txBody>
      </p:sp>
    </p:spTree>
    <p:extLst>
      <p:ext uri="{BB962C8B-B14F-4D97-AF65-F5344CB8AC3E}">
        <p14:creationId xmlns:p14="http://schemas.microsoft.com/office/powerpoint/2010/main" val="1570885768"/>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1DE0E-8ED8-4FF1-840B-D624DE85D71D}"/>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2053114-7600-4A95-BC71-22D5ACEBBDE9}"/>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CF8B79E-DF75-4DF0-A9C6-26CD5F88E7F4}"/>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8EF4D2-1D25-4BBC-8EDE-58D61DF4B673}"/>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AAF682AC-5BB4-43D3-AECC-37E1F36E29C1}"/>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C5488711-8BD1-4262-9C61-B08C997DD2C2}"/>
              </a:ext>
            </a:extLst>
          </p:cNvPr>
          <p:cNvSpPr>
            <a:spLocks noGrp="1"/>
          </p:cNvSpPr>
          <p:nvPr>
            <p:ph type="sldNum" sz="quarter" idx="12"/>
          </p:nvPr>
        </p:nvSpPr>
        <p:spPr/>
        <p:txBody>
          <a:bodyPr/>
          <a:lstStyle/>
          <a:p>
            <a:pPr lvl="0"/>
            <a:fld id="{F906A523-98EC-4735-9086-DFF3B261E95D}" type="slidenum">
              <a:t>‹#›</a:t>
            </a:fld>
            <a:endParaRPr lang="en-GB"/>
          </a:p>
        </p:txBody>
      </p:sp>
    </p:spTree>
    <p:extLst>
      <p:ext uri="{BB962C8B-B14F-4D97-AF65-F5344CB8AC3E}">
        <p14:creationId xmlns:p14="http://schemas.microsoft.com/office/powerpoint/2010/main" val="15747226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A08D4-FCEB-458D-8B6A-DC6F0917E379}"/>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901566B-335F-4D47-AB6E-55167B9FF38E}"/>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AA792F4-0467-48C7-867A-AD0B70A8348D}"/>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7C96FB-3ABC-4FDC-96B4-43722595A46E}"/>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ACC851B4-CA43-45FE-974F-DB8C62BD45A6}"/>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EBDEF6AD-E5AB-447C-BBE7-041E8717DDB9}"/>
              </a:ext>
            </a:extLst>
          </p:cNvPr>
          <p:cNvSpPr>
            <a:spLocks noGrp="1"/>
          </p:cNvSpPr>
          <p:nvPr>
            <p:ph type="sldNum" sz="quarter" idx="12"/>
          </p:nvPr>
        </p:nvSpPr>
        <p:spPr/>
        <p:txBody>
          <a:bodyPr/>
          <a:lstStyle/>
          <a:p>
            <a:pPr lvl="0"/>
            <a:fld id="{24CF2979-8407-4D1F-9399-985E87C65777}" type="slidenum">
              <a:t>‹#›</a:t>
            </a:fld>
            <a:endParaRPr lang="en-GB"/>
          </a:p>
        </p:txBody>
      </p:sp>
    </p:spTree>
    <p:extLst>
      <p:ext uri="{BB962C8B-B14F-4D97-AF65-F5344CB8AC3E}">
        <p14:creationId xmlns:p14="http://schemas.microsoft.com/office/powerpoint/2010/main" val="28615700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66378-1D6D-4C0F-A8D0-A45C57B433E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13FAB33-A7C4-4B37-B39C-5CC403BAE0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489C609-DA27-4C4D-8E06-5730C22655F3}"/>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1B0290AF-87FD-4475-BA02-997D435B58DB}"/>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3963645D-20CF-43BA-AF70-C40957216103}"/>
              </a:ext>
            </a:extLst>
          </p:cNvPr>
          <p:cNvSpPr>
            <a:spLocks noGrp="1"/>
          </p:cNvSpPr>
          <p:nvPr>
            <p:ph type="sldNum" sz="quarter" idx="12"/>
          </p:nvPr>
        </p:nvSpPr>
        <p:spPr/>
        <p:txBody>
          <a:bodyPr/>
          <a:lstStyle/>
          <a:p>
            <a:pPr lvl="0"/>
            <a:fld id="{CA90E181-6986-4EC8-906E-4C65AC1B3918}" type="slidenum">
              <a:t>‹#›</a:t>
            </a:fld>
            <a:endParaRPr lang="en-GB"/>
          </a:p>
        </p:txBody>
      </p:sp>
    </p:spTree>
    <p:extLst>
      <p:ext uri="{BB962C8B-B14F-4D97-AF65-F5344CB8AC3E}">
        <p14:creationId xmlns:p14="http://schemas.microsoft.com/office/powerpoint/2010/main" val="35482801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E1661F-1CC8-4DF9-B1CC-6C99DC65ABC4}"/>
              </a:ext>
            </a:extLst>
          </p:cNvPr>
          <p:cNvSpPr>
            <a:spLocks noGrp="1"/>
          </p:cNvSpPr>
          <p:nvPr>
            <p:ph type="title" orient="vert"/>
          </p:nvPr>
        </p:nvSpPr>
        <p:spPr>
          <a:xfrm>
            <a:off x="7308850" y="225425"/>
            <a:ext cx="2266950" cy="43894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257A8E7-DB33-45E5-9BC4-17D7CF83F61C}"/>
              </a:ext>
            </a:extLst>
          </p:cNvPr>
          <p:cNvSpPr>
            <a:spLocks noGrp="1"/>
          </p:cNvSpPr>
          <p:nvPr>
            <p:ph type="body" orient="vert" idx="1"/>
          </p:nvPr>
        </p:nvSpPr>
        <p:spPr>
          <a:xfrm>
            <a:off x="503238" y="225425"/>
            <a:ext cx="6653212" cy="4389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738B0DC-E30E-4E75-AB8B-05C8A1ED1436}"/>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27FD63D6-EC9F-4A52-A508-C6F71A7C8B47}"/>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233A5086-256B-40B9-9994-C8DD09D97098}"/>
              </a:ext>
            </a:extLst>
          </p:cNvPr>
          <p:cNvSpPr>
            <a:spLocks noGrp="1"/>
          </p:cNvSpPr>
          <p:nvPr>
            <p:ph type="sldNum" sz="quarter" idx="12"/>
          </p:nvPr>
        </p:nvSpPr>
        <p:spPr/>
        <p:txBody>
          <a:bodyPr/>
          <a:lstStyle/>
          <a:p>
            <a:pPr lvl="0"/>
            <a:fld id="{C76C170F-577B-47E4-B47E-F854FC077F16}" type="slidenum">
              <a:t>‹#›</a:t>
            </a:fld>
            <a:endParaRPr lang="en-GB"/>
          </a:p>
        </p:txBody>
      </p:sp>
    </p:spTree>
    <p:extLst>
      <p:ext uri="{BB962C8B-B14F-4D97-AF65-F5344CB8AC3E}">
        <p14:creationId xmlns:p14="http://schemas.microsoft.com/office/powerpoint/2010/main" val="29765055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52408-1789-4289-8CDC-D834E37B7AEA}"/>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A6DD31B-68C2-49BF-8028-339C8D4E761D}"/>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CAE258F-2B4B-423A-B906-80289A08AF7B}"/>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DC9BDFC4-9F29-4F9A-99E0-B38A28A36F48}"/>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2747D1EF-F238-4F42-86D8-03D16374C1CD}"/>
              </a:ext>
            </a:extLst>
          </p:cNvPr>
          <p:cNvSpPr>
            <a:spLocks noGrp="1"/>
          </p:cNvSpPr>
          <p:nvPr>
            <p:ph type="sldNum" sz="quarter" idx="12"/>
          </p:nvPr>
        </p:nvSpPr>
        <p:spPr/>
        <p:txBody>
          <a:bodyPr/>
          <a:lstStyle/>
          <a:p>
            <a:pPr lvl="0"/>
            <a:fld id="{AD2A9F17-13DF-4809-917F-68045E64C6D3}" type="slidenum">
              <a:t>‹#›</a:t>
            </a:fld>
            <a:endParaRPr lang="en-GB"/>
          </a:p>
        </p:txBody>
      </p:sp>
    </p:spTree>
    <p:extLst>
      <p:ext uri="{BB962C8B-B14F-4D97-AF65-F5344CB8AC3E}">
        <p14:creationId xmlns:p14="http://schemas.microsoft.com/office/powerpoint/2010/main" val="27020935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2B6B-0E20-4BAE-AE7C-9FBB696B786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4A5B644-6BCC-4DDA-81FA-8FA41D5DC5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8587CF7-7DF3-4CB3-B26F-0643E0AB8F6E}"/>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1B419ACD-4CC2-4EB4-A59B-206F5373B5AE}"/>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47EEE51B-00D3-45F8-A61B-14C5D9C42E43}"/>
              </a:ext>
            </a:extLst>
          </p:cNvPr>
          <p:cNvSpPr>
            <a:spLocks noGrp="1"/>
          </p:cNvSpPr>
          <p:nvPr>
            <p:ph type="sldNum" sz="quarter" idx="12"/>
          </p:nvPr>
        </p:nvSpPr>
        <p:spPr/>
        <p:txBody>
          <a:bodyPr/>
          <a:lstStyle/>
          <a:p>
            <a:pPr lvl="0"/>
            <a:fld id="{38725D2B-54EE-4AB8-8339-079482475E3C}" type="slidenum">
              <a:t>‹#›</a:t>
            </a:fld>
            <a:endParaRPr lang="en-GB"/>
          </a:p>
        </p:txBody>
      </p:sp>
    </p:spTree>
    <p:extLst>
      <p:ext uri="{BB962C8B-B14F-4D97-AF65-F5344CB8AC3E}">
        <p14:creationId xmlns:p14="http://schemas.microsoft.com/office/powerpoint/2010/main" val="16852202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E4502-A2B9-4BA9-A4CB-CC22F00CCBFD}"/>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9B6F00-4CFE-492A-A472-9D35B8C37C0F}"/>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13DF1B-A6D1-4933-A55B-6C7EAF7F2413}"/>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42C7FB3F-6DC0-4664-AB8C-7B4B8FA84862}"/>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4E86A639-657F-4326-9F9C-76E4F68F22BB}"/>
              </a:ext>
            </a:extLst>
          </p:cNvPr>
          <p:cNvSpPr>
            <a:spLocks noGrp="1"/>
          </p:cNvSpPr>
          <p:nvPr>
            <p:ph type="sldNum" sz="quarter" idx="12"/>
          </p:nvPr>
        </p:nvSpPr>
        <p:spPr/>
        <p:txBody>
          <a:bodyPr/>
          <a:lstStyle/>
          <a:p>
            <a:pPr lvl="0"/>
            <a:fld id="{14519AC3-C941-4E4B-A8A4-F8352113A3F6}" type="slidenum">
              <a:t>‹#›</a:t>
            </a:fld>
            <a:endParaRPr lang="en-GB"/>
          </a:p>
        </p:txBody>
      </p:sp>
    </p:spTree>
    <p:extLst>
      <p:ext uri="{BB962C8B-B14F-4D97-AF65-F5344CB8AC3E}">
        <p14:creationId xmlns:p14="http://schemas.microsoft.com/office/powerpoint/2010/main" val="28878173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6515-A68A-4986-99C6-8711F0C58F4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85F3C1C-00D9-446C-B5A2-70B00BFA5EB3}"/>
              </a:ext>
            </a:extLst>
          </p:cNvPr>
          <p:cNvSpPr>
            <a:spLocks noGrp="1"/>
          </p:cNvSpPr>
          <p:nvPr>
            <p:ph sz="half" idx="1"/>
          </p:nvPr>
        </p:nvSpPr>
        <p:spPr>
          <a:xfrm>
            <a:off x="503238" y="2376488"/>
            <a:ext cx="4459287"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1E29738-AC0F-4D57-98D1-98F64A6A6593}"/>
              </a:ext>
            </a:extLst>
          </p:cNvPr>
          <p:cNvSpPr>
            <a:spLocks noGrp="1"/>
          </p:cNvSpPr>
          <p:nvPr>
            <p:ph sz="half" idx="2"/>
          </p:nvPr>
        </p:nvSpPr>
        <p:spPr>
          <a:xfrm>
            <a:off x="5114925" y="2376488"/>
            <a:ext cx="4460875"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1B56B92-0B0F-463A-8B9E-2E005ADBBF36}"/>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1ED3B596-6833-4C7A-9DFB-83BCFA3769ED}"/>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D32DA5AB-AF78-4744-9D64-A0F4367ED7A4}"/>
              </a:ext>
            </a:extLst>
          </p:cNvPr>
          <p:cNvSpPr>
            <a:spLocks noGrp="1"/>
          </p:cNvSpPr>
          <p:nvPr>
            <p:ph type="sldNum" sz="quarter" idx="12"/>
          </p:nvPr>
        </p:nvSpPr>
        <p:spPr/>
        <p:txBody>
          <a:bodyPr/>
          <a:lstStyle/>
          <a:p>
            <a:pPr lvl="0"/>
            <a:fld id="{61E4688C-CF4F-4727-9B77-37AB45BCAB87}" type="slidenum">
              <a:t>‹#›</a:t>
            </a:fld>
            <a:endParaRPr lang="en-GB"/>
          </a:p>
        </p:txBody>
      </p:sp>
    </p:spTree>
    <p:extLst>
      <p:ext uri="{BB962C8B-B14F-4D97-AF65-F5344CB8AC3E}">
        <p14:creationId xmlns:p14="http://schemas.microsoft.com/office/powerpoint/2010/main" val="992360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C3E5-A53C-4DA3-81BA-C0637E9E0107}"/>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98D73A1-198B-4354-8453-D162AF483161}"/>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5BFAD6-5811-4862-8DB3-F4AFD6723EB1}"/>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E44744E-B406-4C46-BCEC-A7DF3A9AEB48}"/>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25F1A1-C337-496E-9DAA-724BDC98C4AC}"/>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AD160CF-E573-43D6-8A98-171E992F487B}"/>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9763BD09-E0FD-4ED0-BBE6-46BBFCC265F4}"/>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F4AD1790-2A9C-40E6-B3C4-EF8B7595273B}"/>
              </a:ext>
            </a:extLst>
          </p:cNvPr>
          <p:cNvSpPr>
            <a:spLocks noGrp="1"/>
          </p:cNvSpPr>
          <p:nvPr>
            <p:ph type="sldNum" sz="quarter" idx="12"/>
          </p:nvPr>
        </p:nvSpPr>
        <p:spPr/>
        <p:txBody>
          <a:bodyPr/>
          <a:lstStyle/>
          <a:p>
            <a:pPr lvl="0"/>
            <a:fld id="{73241CD3-415E-4055-BEB4-B5683134BEAA}" type="slidenum">
              <a:t>‹#›</a:t>
            </a:fld>
            <a:endParaRPr lang="en-GB"/>
          </a:p>
        </p:txBody>
      </p:sp>
    </p:spTree>
    <p:extLst>
      <p:ext uri="{BB962C8B-B14F-4D97-AF65-F5344CB8AC3E}">
        <p14:creationId xmlns:p14="http://schemas.microsoft.com/office/powerpoint/2010/main" val="16537433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4CC43-62A0-457F-AB87-5A5F008EF03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25148E4-6F63-4737-B3B9-220653AA2AB9}"/>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AB04D89E-51F3-40D6-8D47-6B308847B046}"/>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40AB76A0-318C-42B7-B3EA-5DE387BD1245}"/>
              </a:ext>
            </a:extLst>
          </p:cNvPr>
          <p:cNvSpPr>
            <a:spLocks noGrp="1"/>
          </p:cNvSpPr>
          <p:nvPr>
            <p:ph type="sldNum" sz="quarter" idx="12"/>
          </p:nvPr>
        </p:nvSpPr>
        <p:spPr/>
        <p:txBody>
          <a:bodyPr/>
          <a:lstStyle/>
          <a:p>
            <a:pPr lvl="0"/>
            <a:fld id="{2AFB21D1-D10D-45DB-A714-5ADD0B8F1173}" type="slidenum">
              <a:t>‹#›</a:t>
            </a:fld>
            <a:endParaRPr lang="en-GB"/>
          </a:p>
        </p:txBody>
      </p:sp>
    </p:spTree>
    <p:extLst>
      <p:ext uri="{BB962C8B-B14F-4D97-AF65-F5344CB8AC3E}">
        <p14:creationId xmlns:p14="http://schemas.microsoft.com/office/powerpoint/2010/main" val="17018497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7BF410-DD37-4E9D-9F2E-D0E773BE7FAB}"/>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2B31D6C7-934C-450E-A9A3-450C7C86A03F}"/>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F2CAFFCD-4FC8-407A-B6EC-C6DC2B7D7F57}"/>
              </a:ext>
            </a:extLst>
          </p:cNvPr>
          <p:cNvSpPr>
            <a:spLocks noGrp="1"/>
          </p:cNvSpPr>
          <p:nvPr>
            <p:ph type="sldNum" sz="quarter" idx="12"/>
          </p:nvPr>
        </p:nvSpPr>
        <p:spPr/>
        <p:txBody>
          <a:bodyPr/>
          <a:lstStyle/>
          <a:p>
            <a:pPr lvl="0"/>
            <a:fld id="{056693E7-8C78-45BE-B767-46960627ABF7}" type="slidenum">
              <a:t>‹#›</a:t>
            </a:fld>
            <a:endParaRPr lang="en-GB"/>
          </a:p>
        </p:txBody>
      </p:sp>
    </p:spTree>
    <p:extLst>
      <p:ext uri="{BB962C8B-B14F-4D97-AF65-F5344CB8AC3E}">
        <p14:creationId xmlns:p14="http://schemas.microsoft.com/office/powerpoint/2010/main" val="41233419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6E153-EB62-4D82-911C-D71659B2A3A3}"/>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09D8585-38EA-4CA9-8824-5A40B609AE5B}"/>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7408A1A-0129-4254-B77B-BE074BEE8271}"/>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3638FC-26D0-4CDA-98F7-FC062B3C0950}"/>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4FF6B26D-423A-4679-ACA8-573A677CFC89}"/>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2AE08CB3-B555-486F-8F6C-1B38561D30CB}"/>
              </a:ext>
            </a:extLst>
          </p:cNvPr>
          <p:cNvSpPr>
            <a:spLocks noGrp="1"/>
          </p:cNvSpPr>
          <p:nvPr>
            <p:ph type="sldNum" sz="quarter" idx="12"/>
          </p:nvPr>
        </p:nvSpPr>
        <p:spPr/>
        <p:txBody>
          <a:bodyPr/>
          <a:lstStyle/>
          <a:p>
            <a:pPr lvl="0"/>
            <a:fld id="{FD227E3C-7797-4316-AB7C-EEB666C93F8D}" type="slidenum">
              <a:t>‹#›</a:t>
            </a:fld>
            <a:endParaRPr lang="en-GB"/>
          </a:p>
        </p:txBody>
      </p:sp>
    </p:spTree>
    <p:extLst>
      <p:ext uri="{BB962C8B-B14F-4D97-AF65-F5344CB8AC3E}">
        <p14:creationId xmlns:p14="http://schemas.microsoft.com/office/powerpoint/2010/main" val="2025691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C8A39-681A-48D8-81B2-10FB98A9852E}"/>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C54A5BA-EEEE-467C-9F4D-77E107882DA6}"/>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F45B18A-BFA6-458C-BE1A-B32D295FA435}"/>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80405D-6182-449B-AA40-424121B6DCA2}"/>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C2DDAD09-B678-496C-B782-67F20DFC4A5E}"/>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E39301F9-9D3F-4CE7-8500-4BCB3DEAF99B}"/>
              </a:ext>
            </a:extLst>
          </p:cNvPr>
          <p:cNvSpPr>
            <a:spLocks noGrp="1"/>
          </p:cNvSpPr>
          <p:nvPr>
            <p:ph type="sldNum" sz="quarter" idx="12"/>
          </p:nvPr>
        </p:nvSpPr>
        <p:spPr/>
        <p:txBody>
          <a:bodyPr/>
          <a:lstStyle/>
          <a:p>
            <a:pPr lvl="0"/>
            <a:fld id="{1C67688F-BA15-4831-90A9-F92C84190397}" type="slidenum">
              <a:t>‹#›</a:t>
            </a:fld>
            <a:endParaRPr lang="en-GB"/>
          </a:p>
        </p:txBody>
      </p:sp>
    </p:spTree>
    <p:extLst>
      <p:ext uri="{BB962C8B-B14F-4D97-AF65-F5344CB8AC3E}">
        <p14:creationId xmlns:p14="http://schemas.microsoft.com/office/powerpoint/2010/main" val="15077622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49579-3ACC-4119-81F0-DE70477A9E7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263074E-B71F-4581-95B6-4B4534664A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94C8A9-7335-4DC5-8E5D-BCB28368D084}"/>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C562720C-D1CA-406A-A405-62121495BD96}"/>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56D7B632-A3AA-4618-9AC1-C13DADC23F8A}"/>
              </a:ext>
            </a:extLst>
          </p:cNvPr>
          <p:cNvSpPr>
            <a:spLocks noGrp="1"/>
          </p:cNvSpPr>
          <p:nvPr>
            <p:ph type="sldNum" sz="quarter" idx="12"/>
          </p:nvPr>
        </p:nvSpPr>
        <p:spPr/>
        <p:txBody>
          <a:bodyPr/>
          <a:lstStyle/>
          <a:p>
            <a:pPr lvl="0"/>
            <a:fld id="{1093EA89-D55B-4AF9-B816-53ADF1A309E4}" type="slidenum">
              <a:t>‹#›</a:t>
            </a:fld>
            <a:endParaRPr lang="en-GB"/>
          </a:p>
        </p:txBody>
      </p:sp>
    </p:spTree>
    <p:extLst>
      <p:ext uri="{BB962C8B-B14F-4D97-AF65-F5344CB8AC3E}">
        <p14:creationId xmlns:p14="http://schemas.microsoft.com/office/powerpoint/2010/main" val="16125393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B4165E-E799-43B9-9A80-756B8968CBA8}"/>
              </a:ext>
            </a:extLst>
          </p:cNvPr>
          <p:cNvSpPr>
            <a:spLocks noGrp="1"/>
          </p:cNvSpPr>
          <p:nvPr>
            <p:ph type="title" orient="vert"/>
          </p:nvPr>
        </p:nvSpPr>
        <p:spPr>
          <a:xfrm>
            <a:off x="7308850" y="809625"/>
            <a:ext cx="2266950" cy="431958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89B10AC-4B53-4E86-B511-8C52D9708A78}"/>
              </a:ext>
            </a:extLst>
          </p:cNvPr>
          <p:cNvSpPr>
            <a:spLocks noGrp="1"/>
          </p:cNvSpPr>
          <p:nvPr>
            <p:ph type="body" orient="vert" idx="1"/>
          </p:nvPr>
        </p:nvSpPr>
        <p:spPr>
          <a:xfrm>
            <a:off x="503238" y="809625"/>
            <a:ext cx="6653212" cy="4319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D201CF-D070-4ADE-A826-0B0B4003772A}"/>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2883C0ED-1A0E-4311-936E-50934D2F936A}"/>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20C58E5C-EDEE-4A0B-8522-8301981FB457}"/>
              </a:ext>
            </a:extLst>
          </p:cNvPr>
          <p:cNvSpPr>
            <a:spLocks noGrp="1"/>
          </p:cNvSpPr>
          <p:nvPr>
            <p:ph type="sldNum" sz="quarter" idx="12"/>
          </p:nvPr>
        </p:nvSpPr>
        <p:spPr/>
        <p:txBody>
          <a:bodyPr/>
          <a:lstStyle/>
          <a:p>
            <a:pPr lvl="0"/>
            <a:fld id="{86896423-5F2C-4CAC-8702-303A9511DE92}" type="slidenum">
              <a:t>‹#›</a:t>
            </a:fld>
            <a:endParaRPr lang="en-GB"/>
          </a:p>
        </p:txBody>
      </p:sp>
    </p:spTree>
    <p:extLst>
      <p:ext uri="{BB962C8B-B14F-4D97-AF65-F5344CB8AC3E}">
        <p14:creationId xmlns:p14="http://schemas.microsoft.com/office/powerpoint/2010/main" val="1900571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6CEAF-E26C-4CFC-9B69-FF2AF3961BEF}"/>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CE5F208-47A3-4594-88BD-FAFF7B28DDBB}"/>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4A40E41-E8F3-4EBC-97B9-101EB7F8B539}"/>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981623B0-8AB6-462E-9B36-4C40EF1EB518}"/>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EC5CF73E-6577-4428-8445-9EFAC934C70C}"/>
              </a:ext>
            </a:extLst>
          </p:cNvPr>
          <p:cNvSpPr>
            <a:spLocks noGrp="1"/>
          </p:cNvSpPr>
          <p:nvPr>
            <p:ph type="sldNum" sz="quarter" idx="12"/>
          </p:nvPr>
        </p:nvSpPr>
        <p:spPr/>
        <p:txBody>
          <a:bodyPr/>
          <a:lstStyle/>
          <a:p>
            <a:pPr lvl="0"/>
            <a:fld id="{CC97A388-419A-4C75-B09B-11512760C84B}" type="slidenum">
              <a:t>‹#›</a:t>
            </a:fld>
            <a:endParaRPr lang="en-GB"/>
          </a:p>
        </p:txBody>
      </p:sp>
    </p:spTree>
    <p:extLst>
      <p:ext uri="{BB962C8B-B14F-4D97-AF65-F5344CB8AC3E}">
        <p14:creationId xmlns:p14="http://schemas.microsoft.com/office/powerpoint/2010/main" val="3598892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75F6B-BC41-4C8A-8803-C03C3E70C1A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8DEC171-B909-4656-A862-D502C6F36D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DC76F2-27EE-4111-9DEF-28142F69E1EC}"/>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8ECBE5D5-4A4B-4424-9702-5979B03636D3}"/>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A814EE5A-1A29-47CD-9FDB-E3A3284B9119}"/>
              </a:ext>
            </a:extLst>
          </p:cNvPr>
          <p:cNvSpPr>
            <a:spLocks noGrp="1"/>
          </p:cNvSpPr>
          <p:nvPr>
            <p:ph type="sldNum" sz="quarter" idx="12"/>
          </p:nvPr>
        </p:nvSpPr>
        <p:spPr/>
        <p:txBody>
          <a:bodyPr/>
          <a:lstStyle/>
          <a:p>
            <a:pPr lvl="0"/>
            <a:fld id="{9F71FE74-BB92-4E1B-A32A-7DDD3F291251}" type="slidenum">
              <a:t>‹#›</a:t>
            </a:fld>
            <a:endParaRPr lang="en-GB"/>
          </a:p>
        </p:txBody>
      </p:sp>
    </p:spTree>
    <p:extLst>
      <p:ext uri="{BB962C8B-B14F-4D97-AF65-F5344CB8AC3E}">
        <p14:creationId xmlns:p14="http://schemas.microsoft.com/office/powerpoint/2010/main" val="7923754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B1A20-D705-4DEE-B5BA-293FD04C4E58}"/>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AAA13CF-00E9-4250-AC04-6FD36DEC9A32}"/>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7DBA7B-EA50-49E5-B2AA-14CFBC94CB79}"/>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53E80AC9-11D8-442E-BAB7-CEE1598C0671}"/>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A089565C-97A3-49C1-A2C2-27185F231267}"/>
              </a:ext>
            </a:extLst>
          </p:cNvPr>
          <p:cNvSpPr>
            <a:spLocks noGrp="1"/>
          </p:cNvSpPr>
          <p:nvPr>
            <p:ph type="sldNum" sz="quarter" idx="12"/>
          </p:nvPr>
        </p:nvSpPr>
        <p:spPr/>
        <p:txBody>
          <a:bodyPr/>
          <a:lstStyle/>
          <a:p>
            <a:pPr lvl="0"/>
            <a:fld id="{648002D2-2050-4BC5-8B8A-0B1169BD1ED0}" type="slidenum">
              <a:t>‹#›</a:t>
            </a:fld>
            <a:endParaRPr lang="en-GB"/>
          </a:p>
        </p:txBody>
      </p:sp>
    </p:spTree>
    <p:extLst>
      <p:ext uri="{BB962C8B-B14F-4D97-AF65-F5344CB8AC3E}">
        <p14:creationId xmlns:p14="http://schemas.microsoft.com/office/powerpoint/2010/main" val="22204022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52413-D9FF-4FD1-A71C-064128D558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46588E3-7B45-4EFC-9308-F3EE5B459165}"/>
              </a:ext>
            </a:extLst>
          </p:cNvPr>
          <p:cNvSpPr>
            <a:spLocks noGrp="1"/>
          </p:cNvSpPr>
          <p:nvPr>
            <p:ph sz="half" idx="1"/>
          </p:nvPr>
        </p:nvSpPr>
        <p:spPr>
          <a:xfrm>
            <a:off x="503238" y="1327150"/>
            <a:ext cx="4459287"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E8F7FDE-D181-4F75-8CB0-0C06AF404A47}"/>
              </a:ext>
            </a:extLst>
          </p:cNvPr>
          <p:cNvSpPr>
            <a:spLocks noGrp="1"/>
          </p:cNvSpPr>
          <p:nvPr>
            <p:ph sz="half" idx="2"/>
          </p:nvPr>
        </p:nvSpPr>
        <p:spPr>
          <a:xfrm>
            <a:off x="5114925" y="1327150"/>
            <a:ext cx="4460875"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7991302-FB21-49DE-8AC3-36A4FE291342}"/>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C671AA57-5B91-46A8-B8CD-C9A69F429C50}"/>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420FE92F-0435-405C-A0E2-0C6E6DB738FD}"/>
              </a:ext>
            </a:extLst>
          </p:cNvPr>
          <p:cNvSpPr>
            <a:spLocks noGrp="1"/>
          </p:cNvSpPr>
          <p:nvPr>
            <p:ph type="sldNum" sz="quarter" idx="12"/>
          </p:nvPr>
        </p:nvSpPr>
        <p:spPr/>
        <p:txBody>
          <a:bodyPr/>
          <a:lstStyle/>
          <a:p>
            <a:pPr lvl="0"/>
            <a:fld id="{E719183D-E21E-4626-9E7C-81571AF707F3}" type="slidenum">
              <a:t>‹#›</a:t>
            </a:fld>
            <a:endParaRPr lang="en-GB"/>
          </a:p>
        </p:txBody>
      </p:sp>
    </p:spTree>
    <p:extLst>
      <p:ext uri="{BB962C8B-B14F-4D97-AF65-F5344CB8AC3E}">
        <p14:creationId xmlns:p14="http://schemas.microsoft.com/office/powerpoint/2010/main" val="32502604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CA428-5525-4CE4-BF93-E14ABF4AAAD1}"/>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1228BA6-E9B6-4E99-BE0C-1E02DB66E041}"/>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F2348E-6BFD-4724-B10F-1B1F6C78E2B2}"/>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9DEA0E7-96D5-4786-895A-71C684AB12FD}"/>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DB233E-5C5E-49F2-81E2-43E217CBE240}"/>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46AA87D-4E3B-46E8-8ED9-C946C1CC546F}"/>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C888EF5B-31E7-41EA-9E6D-D895418B417C}"/>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F1C814C6-1C84-44F1-AA81-541EE5C52C38}"/>
              </a:ext>
            </a:extLst>
          </p:cNvPr>
          <p:cNvSpPr>
            <a:spLocks noGrp="1"/>
          </p:cNvSpPr>
          <p:nvPr>
            <p:ph type="sldNum" sz="quarter" idx="12"/>
          </p:nvPr>
        </p:nvSpPr>
        <p:spPr/>
        <p:txBody>
          <a:bodyPr/>
          <a:lstStyle/>
          <a:p>
            <a:pPr lvl="0"/>
            <a:fld id="{05CA6FE3-4842-493D-9EC3-8AE36952C872}" type="slidenum">
              <a:t>‹#›</a:t>
            </a:fld>
            <a:endParaRPr lang="en-GB"/>
          </a:p>
        </p:txBody>
      </p:sp>
    </p:spTree>
    <p:extLst>
      <p:ext uri="{BB962C8B-B14F-4D97-AF65-F5344CB8AC3E}">
        <p14:creationId xmlns:p14="http://schemas.microsoft.com/office/powerpoint/2010/main" val="161293814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A2D70-A8EE-427B-8FC9-495B5EEA631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89252A9-8956-4FCC-A771-E6FAA9AD74EC}"/>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2D9FD5DB-0F57-483D-B2EC-BB265A4BF97F}"/>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5F9A9460-79C6-4B54-95F1-7A763CF49150}"/>
              </a:ext>
            </a:extLst>
          </p:cNvPr>
          <p:cNvSpPr>
            <a:spLocks noGrp="1"/>
          </p:cNvSpPr>
          <p:nvPr>
            <p:ph type="sldNum" sz="quarter" idx="12"/>
          </p:nvPr>
        </p:nvSpPr>
        <p:spPr/>
        <p:txBody>
          <a:bodyPr/>
          <a:lstStyle/>
          <a:p>
            <a:pPr lvl="0"/>
            <a:fld id="{0A01D6FE-EEAC-43C9-B3A3-87154BF0D496}" type="slidenum">
              <a:t>‹#›</a:t>
            </a:fld>
            <a:endParaRPr lang="en-GB"/>
          </a:p>
        </p:txBody>
      </p:sp>
    </p:spTree>
    <p:extLst>
      <p:ext uri="{BB962C8B-B14F-4D97-AF65-F5344CB8AC3E}">
        <p14:creationId xmlns:p14="http://schemas.microsoft.com/office/powerpoint/2010/main" val="34440862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168152-E61C-455F-9DBE-A44803BA2138}"/>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2301C41B-C89C-463C-96D9-FF18030015CD}"/>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2E72E6E0-E302-4F32-8B24-34E235E18A7C}"/>
              </a:ext>
            </a:extLst>
          </p:cNvPr>
          <p:cNvSpPr>
            <a:spLocks noGrp="1"/>
          </p:cNvSpPr>
          <p:nvPr>
            <p:ph type="sldNum" sz="quarter" idx="12"/>
          </p:nvPr>
        </p:nvSpPr>
        <p:spPr/>
        <p:txBody>
          <a:bodyPr/>
          <a:lstStyle/>
          <a:p>
            <a:pPr lvl="0"/>
            <a:fld id="{75D422A6-2DFA-4392-B89E-3C4BD11ED1DA}" type="slidenum">
              <a:t>‹#›</a:t>
            </a:fld>
            <a:endParaRPr lang="en-GB"/>
          </a:p>
        </p:txBody>
      </p:sp>
    </p:spTree>
    <p:extLst>
      <p:ext uri="{BB962C8B-B14F-4D97-AF65-F5344CB8AC3E}">
        <p14:creationId xmlns:p14="http://schemas.microsoft.com/office/powerpoint/2010/main" val="27225586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3A600-5426-4930-ACB4-B90898D47FF8}"/>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4D5AC7B-1504-48DC-BB8E-7CAF6C52BCFD}"/>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2A74BC5-CA80-469B-80E3-7F88A5279CCD}"/>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99727-5AE8-424E-94CA-A01A4389E19A}"/>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39C34415-E233-479F-A1C8-97CFAE895179}"/>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83060E55-A546-4D2E-806C-86062A378D41}"/>
              </a:ext>
            </a:extLst>
          </p:cNvPr>
          <p:cNvSpPr>
            <a:spLocks noGrp="1"/>
          </p:cNvSpPr>
          <p:nvPr>
            <p:ph type="sldNum" sz="quarter" idx="12"/>
          </p:nvPr>
        </p:nvSpPr>
        <p:spPr/>
        <p:txBody>
          <a:bodyPr/>
          <a:lstStyle/>
          <a:p>
            <a:pPr lvl="0"/>
            <a:fld id="{154F5A9A-C9C1-4A16-AC2C-CCE813025344}" type="slidenum">
              <a:t>‹#›</a:t>
            </a:fld>
            <a:endParaRPr lang="en-GB"/>
          </a:p>
        </p:txBody>
      </p:sp>
    </p:spTree>
    <p:extLst>
      <p:ext uri="{BB962C8B-B14F-4D97-AF65-F5344CB8AC3E}">
        <p14:creationId xmlns:p14="http://schemas.microsoft.com/office/powerpoint/2010/main" val="2960978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CA52-9A78-4E42-8A77-E1AEEB941CCF}"/>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7C3CA24-1B31-436C-AFAF-A0CE7E1313F4}"/>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E00639D-B36A-4BB7-AFA4-3688D3552086}"/>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25C1CE-1A4D-4709-A768-F416AC868E69}"/>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48BDDFDF-C940-4E3A-BACA-35FBF14A3890}"/>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F74D58FB-16BE-4C01-8AA1-1924600C0C6A}"/>
              </a:ext>
            </a:extLst>
          </p:cNvPr>
          <p:cNvSpPr>
            <a:spLocks noGrp="1"/>
          </p:cNvSpPr>
          <p:nvPr>
            <p:ph type="sldNum" sz="quarter" idx="12"/>
          </p:nvPr>
        </p:nvSpPr>
        <p:spPr/>
        <p:txBody>
          <a:bodyPr/>
          <a:lstStyle/>
          <a:p>
            <a:pPr lvl="0"/>
            <a:fld id="{1BDAA26B-8F7A-4EDE-BF2A-C8B289468287}" type="slidenum">
              <a:t>‹#›</a:t>
            </a:fld>
            <a:endParaRPr lang="en-GB"/>
          </a:p>
        </p:txBody>
      </p:sp>
    </p:spTree>
    <p:extLst>
      <p:ext uri="{BB962C8B-B14F-4D97-AF65-F5344CB8AC3E}">
        <p14:creationId xmlns:p14="http://schemas.microsoft.com/office/powerpoint/2010/main" val="12152471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2BA42-3C51-4555-A9DA-3BF0F362388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4B9B2CC-08F9-422D-9065-0DD6D64D2D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C4AE6A8-60BD-4EB9-B4FF-83CD05D1C237}"/>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46DBFDE2-4787-4830-89D4-5788857908CB}"/>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DFBAEA72-CE2C-41E7-9BBF-08E9FA0EF5AC}"/>
              </a:ext>
            </a:extLst>
          </p:cNvPr>
          <p:cNvSpPr>
            <a:spLocks noGrp="1"/>
          </p:cNvSpPr>
          <p:nvPr>
            <p:ph type="sldNum" sz="quarter" idx="12"/>
          </p:nvPr>
        </p:nvSpPr>
        <p:spPr/>
        <p:txBody>
          <a:bodyPr/>
          <a:lstStyle/>
          <a:p>
            <a:pPr lvl="0"/>
            <a:fld id="{4E06701F-A5B2-478C-B55F-674A1A6FDFDA}" type="slidenum">
              <a:t>‹#›</a:t>
            </a:fld>
            <a:endParaRPr lang="en-GB"/>
          </a:p>
        </p:txBody>
      </p:sp>
    </p:spTree>
    <p:extLst>
      <p:ext uri="{BB962C8B-B14F-4D97-AF65-F5344CB8AC3E}">
        <p14:creationId xmlns:p14="http://schemas.microsoft.com/office/powerpoint/2010/main" val="23148604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D54E58-AA97-4DFC-B0E0-E138E0E8E167}"/>
              </a:ext>
            </a:extLst>
          </p:cNvPr>
          <p:cNvSpPr>
            <a:spLocks noGrp="1"/>
          </p:cNvSpPr>
          <p:nvPr>
            <p:ph type="title" orient="vert"/>
          </p:nvPr>
        </p:nvSpPr>
        <p:spPr>
          <a:xfrm>
            <a:off x="7308850" y="225425"/>
            <a:ext cx="2266950" cy="43894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2131863-236A-4051-BCEA-6BF29061C1BF}"/>
              </a:ext>
            </a:extLst>
          </p:cNvPr>
          <p:cNvSpPr>
            <a:spLocks noGrp="1"/>
          </p:cNvSpPr>
          <p:nvPr>
            <p:ph type="body" orient="vert" idx="1"/>
          </p:nvPr>
        </p:nvSpPr>
        <p:spPr>
          <a:xfrm>
            <a:off x="503238" y="225425"/>
            <a:ext cx="6653212" cy="4389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FE153B6-35CE-4CF4-B1E6-2BCD90135C4C}"/>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3F944AA5-A223-42E2-A094-82A5EA6BD540}"/>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6E8B90A5-0A73-4075-83A1-AA6FECBC3837}"/>
              </a:ext>
            </a:extLst>
          </p:cNvPr>
          <p:cNvSpPr>
            <a:spLocks noGrp="1"/>
          </p:cNvSpPr>
          <p:nvPr>
            <p:ph type="sldNum" sz="quarter" idx="12"/>
          </p:nvPr>
        </p:nvSpPr>
        <p:spPr/>
        <p:txBody>
          <a:bodyPr/>
          <a:lstStyle/>
          <a:p>
            <a:pPr lvl="0"/>
            <a:fld id="{AFAA1D42-AEE8-4576-986D-187041BFB52C}" type="slidenum">
              <a:t>‹#›</a:t>
            </a:fld>
            <a:endParaRPr lang="en-GB"/>
          </a:p>
        </p:txBody>
      </p:sp>
    </p:spTree>
    <p:extLst>
      <p:ext uri="{BB962C8B-B14F-4D97-AF65-F5344CB8AC3E}">
        <p14:creationId xmlns:p14="http://schemas.microsoft.com/office/powerpoint/2010/main" val="3267345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4.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4BCE3-5315-47B5-BD85-68190F1554F3}"/>
              </a:ext>
            </a:extLst>
          </p:cNvPr>
          <p:cNvSpPr txBox="1">
            <a:spLocks noGrp="1"/>
          </p:cNvSpPr>
          <p:nvPr>
            <p:ph type="title"/>
          </p:nvPr>
        </p:nvSpPr>
        <p:spPr>
          <a:xfrm>
            <a:off x="503999" y="810000"/>
            <a:ext cx="9071640" cy="12960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DD45DFD6-7A22-4A1D-8940-53E987AC6C1A}"/>
              </a:ext>
            </a:extLst>
          </p:cNvPr>
          <p:cNvSpPr txBox="1">
            <a:spLocks noGrp="1"/>
          </p:cNvSpPr>
          <p:nvPr>
            <p:ph type="body" idx="1"/>
          </p:nvPr>
        </p:nvSpPr>
        <p:spPr>
          <a:xfrm>
            <a:off x="503999" y="2376000"/>
            <a:ext cx="9071640" cy="275400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CCC3EF6-5F75-494B-9E2D-538DAA4A475D}"/>
              </a:ext>
            </a:extLst>
          </p:cNvPr>
          <p:cNvSpPr txBox="1">
            <a:spLocks noGrp="1"/>
          </p:cNvSpPr>
          <p:nvPr>
            <p:ph type="dt" sz="half" idx="2"/>
          </p:nvPr>
        </p:nvSpPr>
        <p:spPr>
          <a:xfrm>
            <a:off x="503999" y="5164920"/>
            <a:ext cx="2348280" cy="390600"/>
          </a:xfrm>
          <a:prstGeom prst="rect">
            <a:avLst/>
          </a:prstGeom>
          <a:noFill/>
          <a:ln>
            <a:noFill/>
          </a:ln>
        </p:spPr>
        <p:txBody>
          <a:bodyPr vert="horz" lIns="0" tIns="0" rIns="0" bIns="0" anchorCtr="0">
            <a:noAutofit/>
          </a:bodyPr>
          <a:lstStyle>
            <a:lvl1pPr lvl="0"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034D253E-EFD5-4B6D-8EAD-E205AB9011DA}"/>
              </a:ext>
            </a:extLst>
          </p:cNvPr>
          <p:cNvSpPr txBox="1">
            <a:spLocks noGrp="1"/>
          </p:cNvSpPr>
          <p:nvPr>
            <p:ph type="ftr" sz="quarter" idx="3"/>
          </p:nvPr>
        </p:nvSpPr>
        <p:spPr>
          <a:xfrm>
            <a:off x="3447360" y="5164920"/>
            <a:ext cx="3195000" cy="390600"/>
          </a:xfrm>
          <a:prstGeom prst="rect">
            <a:avLst/>
          </a:prstGeom>
          <a:noFill/>
          <a:ln>
            <a:noFill/>
          </a:ln>
        </p:spPr>
        <p:txBody>
          <a:bodyPr vert="horz" lIns="0" tIns="0" rIns="0" bIns="0" anchorCtr="0">
            <a:noAutofit/>
          </a:bodyPr>
          <a:lstStyle>
            <a:lvl1pPr lvl="0" algn="ctr"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9129EA07-7C22-4F98-9824-D76A6960661C}"/>
              </a:ext>
            </a:extLst>
          </p:cNvPr>
          <p:cNvSpPr txBox="1">
            <a:spLocks noGrp="1"/>
          </p:cNvSpPr>
          <p:nvPr>
            <p:ph type="sldNum" sz="quarter" idx="4"/>
          </p:nvPr>
        </p:nvSpPr>
        <p:spPr>
          <a:xfrm>
            <a:off x="7227360" y="5164920"/>
            <a:ext cx="2348280" cy="390600"/>
          </a:xfrm>
          <a:prstGeom prst="rect">
            <a:avLst/>
          </a:prstGeom>
          <a:noFill/>
          <a:ln>
            <a:noFill/>
          </a:ln>
        </p:spPr>
        <p:txBody>
          <a:bodyPr vert="horz" lIns="0" tIns="0" rIns="0" bIns="0" anchorCtr="0">
            <a:noAutofit/>
          </a:bodyPr>
          <a:lstStyle>
            <a:lvl1pPr lvl="0" algn="r" rtl="0" hangingPunct="0">
              <a:buNone/>
              <a:tabLst/>
              <a:defRPr lang="en-GB" sz="1400" kern="1200">
                <a:solidFill>
                  <a:srgbClr val="FFFFFF"/>
                </a:solidFill>
                <a:latin typeface="Liberation Sans" pitchFamily="18"/>
                <a:ea typeface="DejaVu Sans" pitchFamily="2"/>
                <a:cs typeface="DejaVu Sans" pitchFamily="2"/>
              </a:defRPr>
            </a:lvl1pPr>
          </a:lstStyle>
          <a:p>
            <a:pPr lvl="0"/>
            <a:fld id="{2B01A5AD-A3AA-4003-894F-18BF400D2189}" type="slidenum">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hangingPunct="0">
        <a:tabLst/>
        <a:defRPr lang="en-GB" sz="4400" b="0" i="0" u="none" strike="noStrike" kern="1200" cap="none">
          <a:ln>
            <a:noFill/>
          </a:ln>
          <a:solidFill>
            <a:srgbClr val="FFFFFF"/>
          </a:solidFill>
          <a:highlight>
            <a:scrgbClr r="0" g="0" b="0">
              <a:alpha val="0"/>
            </a:scrgbClr>
          </a:highlight>
          <a:latin typeface="Liberation Sans" pitchFamily="18"/>
        </a:defRPr>
      </a:lvl1pPr>
    </p:titleStyle>
    <p:bodyStyle>
      <a:lvl1pPr marL="0" marR="0" indent="0" hangingPunct="0">
        <a:spcBef>
          <a:spcPts val="1414"/>
        </a:spcBef>
        <a:spcAft>
          <a:spcPts val="0"/>
        </a:spcAft>
        <a:tabLst/>
        <a:defRPr lang="en-GB" sz="3150" b="0" i="0" u="none" strike="noStrike" kern="1200" cap="none">
          <a:ln>
            <a:noFill/>
          </a:ln>
          <a:solidFill>
            <a:srgbClr val="FFFFFF"/>
          </a:solidFill>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6F9AE-EFB8-4AA8-821C-5C7CC44920BA}"/>
              </a:ext>
            </a:extLst>
          </p:cNvPr>
          <p:cNvSpPr txBox="1">
            <a:spLocks noGrp="1"/>
          </p:cNvSpPr>
          <p:nvPr>
            <p:ph type="title"/>
          </p:nvPr>
        </p:nvSpPr>
        <p:spPr>
          <a:xfrm>
            <a:off x="503999" y="225720"/>
            <a:ext cx="9071640" cy="9468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F139BA69-C006-46B6-8B18-190ED579F92D}"/>
              </a:ext>
            </a:extLst>
          </p:cNvPr>
          <p:cNvSpPr txBox="1">
            <a:spLocks noGrp="1"/>
          </p:cNvSpPr>
          <p:nvPr>
            <p:ph type="body" idx="1"/>
          </p:nvPr>
        </p:nvSpPr>
        <p:spPr>
          <a:xfrm>
            <a:off x="503999" y="1326600"/>
            <a:ext cx="9071640" cy="3288239"/>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FF1FF1-29FE-43DC-B626-AA3CD101AE4B}"/>
              </a:ext>
            </a:extLst>
          </p:cNvPr>
          <p:cNvSpPr txBox="1">
            <a:spLocks noGrp="1"/>
          </p:cNvSpPr>
          <p:nvPr>
            <p:ph type="dt" sz="half" idx="2"/>
          </p:nvPr>
        </p:nvSpPr>
        <p:spPr>
          <a:xfrm>
            <a:off x="503999" y="5165280"/>
            <a:ext cx="2348280" cy="390960"/>
          </a:xfrm>
          <a:prstGeom prst="rect">
            <a:avLst/>
          </a:prstGeom>
          <a:noFill/>
          <a:ln>
            <a:noFill/>
          </a:ln>
        </p:spPr>
        <p:txBody>
          <a:bodyPr vert="horz" lIns="0" tIns="0" rIns="0" bIns="0"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2733A61D-8927-4726-AB71-5C0EEDFBC0F0}"/>
              </a:ext>
            </a:extLst>
          </p:cNvPr>
          <p:cNvSpPr txBox="1">
            <a:spLocks noGrp="1"/>
          </p:cNvSpPr>
          <p:nvPr>
            <p:ph type="ftr" sz="quarter" idx="3"/>
          </p:nvPr>
        </p:nvSpPr>
        <p:spPr>
          <a:xfrm>
            <a:off x="3447360" y="5165280"/>
            <a:ext cx="3195000" cy="390960"/>
          </a:xfrm>
          <a:prstGeom prst="rect">
            <a:avLst/>
          </a:prstGeom>
          <a:noFill/>
          <a:ln>
            <a:noFill/>
          </a:ln>
        </p:spPr>
        <p:txBody>
          <a:bodyPr vert="horz" lIns="0" tIns="0" rIns="0" bIns="0" anchorCtr="0">
            <a:noAutofit/>
          </a:bodyPr>
          <a:lstStyle>
            <a:lvl1pPr lvl="0" algn="ctr"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D09CBB2F-0CC3-49B8-B9F9-939F35E40D47}"/>
              </a:ext>
            </a:extLst>
          </p:cNvPr>
          <p:cNvSpPr txBox="1">
            <a:spLocks noGrp="1"/>
          </p:cNvSpPr>
          <p:nvPr>
            <p:ph type="sldNum" sz="quarter" idx="4"/>
          </p:nvPr>
        </p:nvSpPr>
        <p:spPr>
          <a:xfrm>
            <a:off x="7227360" y="5165280"/>
            <a:ext cx="2348280" cy="390960"/>
          </a:xfrm>
          <a:prstGeom prst="rect">
            <a:avLst/>
          </a:prstGeom>
          <a:noFill/>
          <a:ln>
            <a:noFill/>
          </a:ln>
        </p:spPr>
        <p:txBody>
          <a:bodyPr vert="horz" lIns="0" tIns="0" rIns="0" bIns="0"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fld id="{C3444055-EDA7-4C70-B603-06C1EA93CD1E}" type="slidenum">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hangingPunct="0">
        <a:tabLst/>
        <a:defRPr lang="en-GB" sz="3300" b="0" i="0" u="none" strike="noStrike" kern="1200" cap="none">
          <a:ln>
            <a:noFill/>
          </a:ln>
          <a:highlight>
            <a:scrgbClr r="0" g="0" b="0">
              <a:alpha val="0"/>
            </a:scrgbClr>
          </a:highlight>
          <a:latin typeface="Liberation Sans" pitchFamily="18"/>
        </a:defRPr>
      </a:lvl1pPr>
    </p:titleStyle>
    <p:bodyStyle>
      <a:lvl1pPr marL="0" marR="0" indent="0" hangingPunct="0">
        <a:spcBef>
          <a:spcPts val="1060"/>
        </a:spcBef>
        <a:spcAft>
          <a:spcPts val="0"/>
        </a:spcAft>
        <a:tabLst/>
        <a:defRPr lang="en-GB" sz="2400" b="0" i="0" u="none" strike="noStrike" kern="1200" cap="none">
          <a:ln>
            <a:noFill/>
          </a:ln>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78377A-7B51-47D8-9B3A-155D8B66DE56}"/>
              </a:ext>
            </a:extLst>
          </p:cNvPr>
          <p:cNvSpPr txBox="1">
            <a:spLocks noGrp="1"/>
          </p:cNvSpPr>
          <p:nvPr>
            <p:ph type="title"/>
          </p:nvPr>
        </p:nvSpPr>
        <p:spPr>
          <a:xfrm>
            <a:off x="503999" y="810000"/>
            <a:ext cx="9071640" cy="12960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2852BE7C-6CA7-490E-A1C3-A8F8311A0207}"/>
              </a:ext>
            </a:extLst>
          </p:cNvPr>
          <p:cNvSpPr txBox="1">
            <a:spLocks noGrp="1"/>
          </p:cNvSpPr>
          <p:nvPr>
            <p:ph type="body" idx="1"/>
          </p:nvPr>
        </p:nvSpPr>
        <p:spPr>
          <a:xfrm>
            <a:off x="503999" y="2376000"/>
            <a:ext cx="9071640" cy="275400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D433D5E-676E-4B87-A8A5-092978E35FF0}"/>
              </a:ext>
            </a:extLst>
          </p:cNvPr>
          <p:cNvSpPr txBox="1">
            <a:spLocks noGrp="1"/>
          </p:cNvSpPr>
          <p:nvPr>
            <p:ph type="dt" sz="half" idx="2"/>
          </p:nvPr>
        </p:nvSpPr>
        <p:spPr>
          <a:xfrm>
            <a:off x="503999" y="5164920"/>
            <a:ext cx="2348280" cy="390600"/>
          </a:xfrm>
          <a:prstGeom prst="rect">
            <a:avLst/>
          </a:prstGeom>
          <a:noFill/>
          <a:ln>
            <a:noFill/>
          </a:ln>
        </p:spPr>
        <p:txBody>
          <a:bodyPr vert="horz" lIns="0" tIns="0" rIns="0" bIns="0" anchorCtr="0">
            <a:noAutofit/>
          </a:bodyPr>
          <a:lstStyle>
            <a:lvl1pPr lvl="0"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C3FD8701-6D47-4535-9340-FD6803BF33F1}"/>
              </a:ext>
            </a:extLst>
          </p:cNvPr>
          <p:cNvSpPr txBox="1">
            <a:spLocks noGrp="1"/>
          </p:cNvSpPr>
          <p:nvPr>
            <p:ph type="ftr" sz="quarter" idx="3"/>
          </p:nvPr>
        </p:nvSpPr>
        <p:spPr>
          <a:xfrm>
            <a:off x="3447360" y="5164920"/>
            <a:ext cx="3195000" cy="390600"/>
          </a:xfrm>
          <a:prstGeom prst="rect">
            <a:avLst/>
          </a:prstGeom>
          <a:noFill/>
          <a:ln>
            <a:noFill/>
          </a:ln>
        </p:spPr>
        <p:txBody>
          <a:bodyPr vert="horz" lIns="0" tIns="0" rIns="0" bIns="0" anchorCtr="0">
            <a:noAutofit/>
          </a:bodyPr>
          <a:lstStyle>
            <a:lvl1pPr lvl="0" algn="ctr"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8BF87E6A-B178-43CB-81C5-4301E083B3F9}"/>
              </a:ext>
            </a:extLst>
          </p:cNvPr>
          <p:cNvSpPr txBox="1">
            <a:spLocks noGrp="1"/>
          </p:cNvSpPr>
          <p:nvPr>
            <p:ph type="sldNum" sz="quarter" idx="4"/>
          </p:nvPr>
        </p:nvSpPr>
        <p:spPr>
          <a:xfrm>
            <a:off x="7227360" y="5164920"/>
            <a:ext cx="2348280" cy="390600"/>
          </a:xfrm>
          <a:prstGeom prst="rect">
            <a:avLst/>
          </a:prstGeom>
          <a:noFill/>
          <a:ln>
            <a:noFill/>
          </a:ln>
        </p:spPr>
        <p:txBody>
          <a:bodyPr vert="horz" lIns="0" tIns="0" rIns="0" bIns="0" anchorCtr="0">
            <a:noAutofit/>
          </a:bodyPr>
          <a:lstStyle>
            <a:lvl1pPr lvl="0" algn="r" rtl="0" hangingPunct="0">
              <a:buNone/>
              <a:tabLst/>
              <a:defRPr lang="en-GB" sz="1400" kern="1200">
                <a:solidFill>
                  <a:srgbClr val="FFFFFF"/>
                </a:solidFill>
                <a:latin typeface="Liberation Sans" pitchFamily="18"/>
                <a:ea typeface="DejaVu Sans" pitchFamily="2"/>
                <a:cs typeface="DejaVu Sans" pitchFamily="2"/>
              </a:defRPr>
            </a:lvl1pPr>
          </a:lstStyle>
          <a:p>
            <a:pPr lvl="0"/>
            <a:fld id="{88344FD1-5AF1-4967-AB5A-0F4C1A1F17A2}" type="slidenum">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hangingPunct="0">
        <a:tabLst/>
        <a:defRPr lang="en-GB" sz="4400" b="0" i="0" u="none" strike="noStrike" kern="1200" cap="none">
          <a:ln>
            <a:noFill/>
          </a:ln>
          <a:solidFill>
            <a:srgbClr val="FFFFFF"/>
          </a:solidFill>
          <a:highlight>
            <a:scrgbClr r="0" g="0" b="0">
              <a:alpha val="0"/>
            </a:scrgbClr>
          </a:highlight>
          <a:latin typeface="Liberation Sans" pitchFamily="18"/>
        </a:defRPr>
      </a:lvl1pPr>
    </p:titleStyle>
    <p:bodyStyle>
      <a:lvl1pPr marL="0" marR="0" indent="0" hangingPunct="0">
        <a:spcBef>
          <a:spcPts val="1414"/>
        </a:spcBef>
        <a:spcAft>
          <a:spcPts val="0"/>
        </a:spcAft>
        <a:tabLst/>
        <a:defRPr lang="en-GB" sz="3150" b="0" i="0" u="none" strike="noStrike" kern="1200" cap="none">
          <a:ln>
            <a:noFill/>
          </a:ln>
          <a:solidFill>
            <a:srgbClr val="FFFFFF"/>
          </a:solidFill>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EF21B7-E974-4034-A3C4-AD96CE0AE0DA}"/>
              </a:ext>
            </a:extLst>
          </p:cNvPr>
          <p:cNvSpPr txBox="1">
            <a:spLocks noGrp="1"/>
          </p:cNvSpPr>
          <p:nvPr>
            <p:ph type="title"/>
          </p:nvPr>
        </p:nvSpPr>
        <p:spPr>
          <a:xfrm>
            <a:off x="503999" y="225720"/>
            <a:ext cx="9071640" cy="9468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8B4BB30D-9CAF-4175-A5D6-E89B21055AF0}"/>
              </a:ext>
            </a:extLst>
          </p:cNvPr>
          <p:cNvSpPr txBox="1">
            <a:spLocks noGrp="1"/>
          </p:cNvSpPr>
          <p:nvPr>
            <p:ph type="body" idx="1"/>
          </p:nvPr>
        </p:nvSpPr>
        <p:spPr>
          <a:xfrm>
            <a:off x="503999" y="1326600"/>
            <a:ext cx="9071640" cy="3288239"/>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BFCE2DC-DFA9-441B-BE1F-B4ADC11A31C3}"/>
              </a:ext>
            </a:extLst>
          </p:cNvPr>
          <p:cNvSpPr txBox="1">
            <a:spLocks noGrp="1"/>
          </p:cNvSpPr>
          <p:nvPr>
            <p:ph type="dt" sz="half" idx="2"/>
          </p:nvPr>
        </p:nvSpPr>
        <p:spPr>
          <a:xfrm>
            <a:off x="503999" y="5165280"/>
            <a:ext cx="2348280" cy="390960"/>
          </a:xfrm>
          <a:prstGeom prst="rect">
            <a:avLst/>
          </a:prstGeom>
          <a:noFill/>
          <a:ln>
            <a:noFill/>
          </a:ln>
        </p:spPr>
        <p:txBody>
          <a:bodyPr vert="horz" lIns="0" tIns="0" rIns="0" bIns="0"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39924C67-52D1-4672-863A-FE7E83E18934}"/>
              </a:ext>
            </a:extLst>
          </p:cNvPr>
          <p:cNvSpPr txBox="1">
            <a:spLocks noGrp="1"/>
          </p:cNvSpPr>
          <p:nvPr>
            <p:ph type="ftr" sz="quarter" idx="3"/>
          </p:nvPr>
        </p:nvSpPr>
        <p:spPr>
          <a:xfrm>
            <a:off x="3447360" y="5165280"/>
            <a:ext cx="3195000" cy="390960"/>
          </a:xfrm>
          <a:prstGeom prst="rect">
            <a:avLst/>
          </a:prstGeom>
          <a:noFill/>
          <a:ln>
            <a:noFill/>
          </a:ln>
        </p:spPr>
        <p:txBody>
          <a:bodyPr vert="horz" lIns="0" tIns="0" rIns="0" bIns="0" anchorCtr="0">
            <a:noAutofit/>
          </a:bodyPr>
          <a:lstStyle>
            <a:lvl1pPr lvl="0" algn="ctr"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DB12B33B-BEBA-4839-8772-2FCF7E04DF5A}"/>
              </a:ext>
            </a:extLst>
          </p:cNvPr>
          <p:cNvSpPr txBox="1">
            <a:spLocks noGrp="1"/>
          </p:cNvSpPr>
          <p:nvPr>
            <p:ph type="sldNum" sz="quarter" idx="4"/>
          </p:nvPr>
        </p:nvSpPr>
        <p:spPr>
          <a:xfrm>
            <a:off x="7227360" y="5165280"/>
            <a:ext cx="2348280" cy="390960"/>
          </a:xfrm>
          <a:prstGeom prst="rect">
            <a:avLst/>
          </a:prstGeom>
          <a:noFill/>
          <a:ln>
            <a:noFill/>
          </a:ln>
        </p:spPr>
        <p:txBody>
          <a:bodyPr vert="horz" lIns="0" tIns="0" rIns="0" bIns="0"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fld id="{7F1BF374-A5F0-4384-AF16-B0BF73A28AC0}" type="slidenum">
              <a:t>‹#›</a:t>
            </a:fld>
            <a:endParaRPr lang="en-GB"/>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hangingPunct="0">
        <a:tabLst/>
        <a:defRPr lang="en-GB" sz="3300" b="0" i="0" u="none" strike="noStrike" kern="1200" cap="none">
          <a:ln>
            <a:noFill/>
          </a:ln>
          <a:highlight>
            <a:scrgbClr r="0" g="0" b="0">
              <a:alpha val="0"/>
            </a:scrgbClr>
          </a:highlight>
          <a:latin typeface="Liberation Sans" pitchFamily="18"/>
        </a:defRPr>
      </a:lvl1pPr>
    </p:titleStyle>
    <p:bodyStyle>
      <a:lvl1pPr marL="0" marR="0" indent="0" hangingPunct="0">
        <a:spcBef>
          <a:spcPts val="1060"/>
        </a:spcBef>
        <a:spcAft>
          <a:spcPts val="0"/>
        </a:spcAft>
        <a:tabLst/>
        <a:defRPr lang="en-GB" sz="2400" b="0" i="0" u="none" strike="noStrike" kern="1200" cap="none">
          <a:ln>
            <a:noFill/>
          </a:ln>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1EF0E-AA0E-4448-B314-133C722FB323}"/>
              </a:ext>
            </a:extLst>
          </p:cNvPr>
          <p:cNvSpPr txBox="1">
            <a:spLocks noGrp="1"/>
          </p:cNvSpPr>
          <p:nvPr>
            <p:ph type="title" idx="4294967295"/>
          </p:nvPr>
        </p:nvSpPr>
        <p:spPr>
          <a:xfrm>
            <a:off x="503999" y="780892"/>
            <a:ext cx="9071640" cy="1354217"/>
          </a:xfrm>
        </p:spPr>
        <p:txBody>
          <a:bodyPr vert="horz">
            <a:spAutoFit/>
          </a:bodyPr>
          <a:lstStyle/>
          <a:p>
            <a:pPr lvl="0" rtl="0"/>
            <a:r>
              <a:rPr lang="en-GB" dirty="0"/>
              <a:t>CT7201 Python Notebooks and Scripting</a:t>
            </a:r>
          </a:p>
        </p:txBody>
      </p:sp>
      <p:sp>
        <p:nvSpPr>
          <p:cNvPr id="3" name="Subtitle 2">
            <a:extLst>
              <a:ext uri="{FF2B5EF4-FFF2-40B4-BE49-F238E27FC236}">
                <a16:creationId xmlns:a16="http://schemas.microsoft.com/office/drawing/2014/main" id="{51CA4ADE-9B15-4102-87DA-F42C10B1801A}"/>
              </a:ext>
            </a:extLst>
          </p:cNvPr>
          <p:cNvSpPr txBox="1">
            <a:spLocks noGrp="1"/>
          </p:cNvSpPr>
          <p:nvPr>
            <p:ph type="subTitle" idx="4294967295"/>
          </p:nvPr>
        </p:nvSpPr>
        <p:spPr>
          <a:xfrm>
            <a:off x="503999" y="2376000"/>
            <a:ext cx="9071640" cy="529432"/>
          </a:xfrm>
        </p:spPr>
        <p:txBody>
          <a:bodyPr vert="horz" anchor="ctr"/>
          <a:lstStyle/>
          <a:p>
            <a:pPr lvl="0" algn="ctr" rtl="0"/>
            <a:r>
              <a:rPr lang="en-GB" sz="2400" dirty="0"/>
              <a:t>Week 1</a:t>
            </a:r>
          </a:p>
        </p:txBody>
      </p:sp>
      <p:pic>
        <p:nvPicPr>
          <p:cNvPr id="5" name="Picture 4" descr="A picture containing text, person, sport&#10;&#10;Description automatically generated">
            <a:extLst>
              <a:ext uri="{FF2B5EF4-FFF2-40B4-BE49-F238E27FC236}">
                <a16:creationId xmlns:a16="http://schemas.microsoft.com/office/drawing/2014/main" id="{6B651280-327B-4169-91E1-08686B45F6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637071"/>
            <a:ext cx="2848502" cy="40334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5FD17-F4D0-4709-B807-4423A2238E1A}"/>
              </a:ext>
            </a:extLst>
          </p:cNvPr>
          <p:cNvSpPr txBox="1">
            <a:spLocks noGrp="1"/>
          </p:cNvSpPr>
          <p:nvPr>
            <p:ph type="title" idx="4294967295"/>
          </p:nvPr>
        </p:nvSpPr>
        <p:spPr/>
        <p:txBody>
          <a:bodyPr vert="horz"/>
          <a:lstStyle/>
          <a:p>
            <a:pPr lvl="0" rtl="0"/>
            <a:r>
              <a:rPr lang="en-GB"/>
              <a:t>What is a computer?</a:t>
            </a:r>
          </a:p>
        </p:txBody>
      </p:sp>
      <p:sp>
        <p:nvSpPr>
          <p:cNvPr id="3" name="Text Placeholder 2">
            <a:extLst>
              <a:ext uri="{FF2B5EF4-FFF2-40B4-BE49-F238E27FC236}">
                <a16:creationId xmlns:a16="http://schemas.microsoft.com/office/drawing/2014/main" id="{B070C628-6008-44CE-88CE-BDAA1D321BCE}"/>
              </a:ext>
            </a:extLst>
          </p:cNvPr>
          <p:cNvSpPr txBox="1">
            <a:spLocks noGrp="1"/>
          </p:cNvSpPr>
          <p:nvPr>
            <p:ph type="body" idx="4294967295"/>
          </p:nvPr>
        </p:nvSpPr>
        <p:spPr/>
        <p:txBody>
          <a:bodyPr vert="horz">
            <a:normAutofit lnSpcReduction="10000"/>
          </a:bodyPr>
          <a:lstStyle/>
          <a:p>
            <a:pPr lvl="0" rtl="0">
              <a:buSzPct val="45000"/>
              <a:buFont typeface="StarSymbol"/>
              <a:buChar char="●"/>
            </a:pPr>
            <a:r>
              <a:rPr lang="en-GB"/>
              <a:t>This may seem an obvious question – normally a box, with a keyboard attached, and a screen</a:t>
            </a:r>
          </a:p>
          <a:p>
            <a:pPr lvl="0" rtl="0">
              <a:buSzPct val="45000"/>
              <a:buFont typeface="StarSymbol"/>
              <a:buChar char="●"/>
            </a:pPr>
            <a:r>
              <a:rPr lang="en-GB"/>
              <a:t>Or sometimes a laptop</a:t>
            </a:r>
          </a:p>
          <a:p>
            <a:pPr lvl="0" rtl="0">
              <a:buSzPct val="45000"/>
              <a:buFont typeface="StarSymbol"/>
              <a:buChar char="●"/>
            </a:pPr>
            <a:r>
              <a:rPr lang="en-GB"/>
              <a:t>What may be less obvious is that almost every modern device is a computer – microwaves, televisions, mobile phones, smart watches, games consoles, fridges, washing machines</a:t>
            </a:r>
          </a:p>
          <a:p>
            <a:pPr lvl="0" rtl="0">
              <a:buSzPct val="45000"/>
              <a:buFont typeface="StarSymbol"/>
              <a:buChar char="●"/>
            </a:pPr>
            <a:r>
              <a:rPr lang="en-GB"/>
              <a:t>Often whether or not they are designated as “smart” they have a computer of some sort at their core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EA2F1-6074-4756-90AB-28E2CA3E948B}"/>
              </a:ext>
            </a:extLst>
          </p:cNvPr>
          <p:cNvSpPr txBox="1">
            <a:spLocks noGrp="1"/>
          </p:cNvSpPr>
          <p:nvPr>
            <p:ph type="title" idx="4294967295"/>
          </p:nvPr>
        </p:nvSpPr>
        <p:spPr/>
        <p:txBody>
          <a:bodyPr vert="horz"/>
          <a:lstStyle/>
          <a:p>
            <a:pPr lvl="0" rtl="0"/>
            <a:r>
              <a:rPr lang="en-GB"/>
              <a:t>So what </a:t>
            </a:r>
            <a:r>
              <a:rPr lang="en-GB" i="1"/>
              <a:t>is</a:t>
            </a:r>
            <a:r>
              <a:rPr lang="en-GB"/>
              <a:t> a computer?</a:t>
            </a:r>
          </a:p>
        </p:txBody>
      </p:sp>
      <p:sp>
        <p:nvSpPr>
          <p:cNvPr id="3" name="Text Placeholder 2">
            <a:extLst>
              <a:ext uri="{FF2B5EF4-FFF2-40B4-BE49-F238E27FC236}">
                <a16:creationId xmlns:a16="http://schemas.microsoft.com/office/drawing/2014/main" id="{4266C0FF-5F39-4FA5-ACCC-5FE4523F9A32}"/>
              </a:ext>
            </a:extLst>
          </p:cNvPr>
          <p:cNvSpPr txBox="1">
            <a:spLocks noGrp="1"/>
          </p:cNvSpPr>
          <p:nvPr>
            <p:ph type="body" idx="4294967295"/>
          </p:nvPr>
        </p:nvSpPr>
        <p:spPr/>
        <p:txBody>
          <a:bodyPr vert="horz">
            <a:normAutofit fontScale="92500" lnSpcReduction="20000"/>
          </a:bodyPr>
          <a:lstStyle/>
          <a:p>
            <a:pPr lvl="0" rtl="0">
              <a:buSzPct val="45000"/>
              <a:buFont typeface="StarSymbol"/>
              <a:buChar char="●"/>
            </a:pPr>
            <a:r>
              <a:rPr lang="en-GB"/>
              <a:t>Generally speaking, we have a “CPU (Central Processing Unit)</a:t>
            </a:r>
          </a:p>
          <a:p>
            <a:pPr lvl="0" rtl="0">
              <a:buSzPct val="45000"/>
              <a:buFont typeface="StarSymbol"/>
              <a:buChar char="●"/>
            </a:pPr>
            <a:r>
              <a:rPr lang="en-GB"/>
              <a:t>We have two kinds of memory</a:t>
            </a:r>
          </a:p>
          <a:p>
            <a:pPr marL="0" lvl="1" indent="0" hangingPunct="0">
              <a:spcBef>
                <a:spcPts val="1060"/>
              </a:spcBef>
              <a:buSzPct val="75000"/>
              <a:buFont typeface="StarSymbol"/>
              <a:buChar char="–"/>
            </a:pPr>
            <a:r>
              <a:rPr lang="en-GB">
                <a:highlight>
                  <a:scrgbClr r="0" g="0" b="0">
                    <a:alpha val="0"/>
                  </a:scrgbClr>
                </a:highlight>
                <a:latin typeface="Liberation Sans" pitchFamily="18"/>
              </a:rPr>
              <a:t>Long term storage or “hard drives”</a:t>
            </a:r>
          </a:p>
          <a:p>
            <a:pPr marL="0" lvl="1" indent="0" hangingPunct="0">
              <a:spcBef>
                <a:spcPts val="1060"/>
              </a:spcBef>
              <a:buSzPct val="75000"/>
              <a:buFont typeface="StarSymbol"/>
              <a:buChar char="–"/>
            </a:pPr>
            <a:r>
              <a:rPr lang="en-GB">
                <a:highlight>
                  <a:scrgbClr r="0" g="0" b="0">
                    <a:alpha val="0"/>
                  </a:scrgbClr>
                </a:highlight>
                <a:latin typeface="Liberation Sans" pitchFamily="18"/>
              </a:rPr>
              <a:t>Short term storage or “RAM (Random Access memory)”</a:t>
            </a:r>
          </a:p>
          <a:p>
            <a:pPr lvl="0" rtl="0">
              <a:buSzPct val="45000"/>
              <a:buFont typeface="StarSymbol"/>
              <a:buChar char="●"/>
            </a:pPr>
            <a:r>
              <a:rPr lang="en-GB"/>
              <a:t>We have some I/O (Input/Output) such as:</a:t>
            </a:r>
          </a:p>
          <a:p>
            <a:pPr marL="0" lvl="1" indent="0" hangingPunct="0">
              <a:spcBef>
                <a:spcPts val="1060"/>
              </a:spcBef>
              <a:buSzPct val="75000"/>
              <a:buFont typeface="StarSymbol"/>
              <a:buChar char="–"/>
            </a:pPr>
            <a:r>
              <a:rPr lang="en-GB">
                <a:highlight>
                  <a:scrgbClr r="0" g="0" b="0">
                    <a:alpha val="0"/>
                  </a:scrgbClr>
                </a:highlight>
                <a:latin typeface="Liberation Sans" pitchFamily="18"/>
              </a:rPr>
              <a:t>Network port (Ethernet or WiFi)</a:t>
            </a:r>
          </a:p>
          <a:p>
            <a:pPr marL="0" lvl="1" indent="0" hangingPunct="0">
              <a:spcBef>
                <a:spcPts val="1060"/>
              </a:spcBef>
              <a:buSzPct val="75000"/>
              <a:buFont typeface="StarSymbol"/>
              <a:buChar char="–"/>
            </a:pPr>
            <a:r>
              <a:rPr lang="en-GB">
                <a:highlight>
                  <a:scrgbClr r="0" g="0" b="0">
                    <a:alpha val="0"/>
                  </a:scrgbClr>
                </a:highlight>
                <a:latin typeface="Liberation Sans" pitchFamily="18"/>
              </a:rPr>
              <a:t>USB (Universal Serial Bus) ports</a:t>
            </a:r>
          </a:p>
          <a:p>
            <a:pPr marL="0" lvl="1" indent="0" hangingPunct="0">
              <a:spcBef>
                <a:spcPts val="1060"/>
              </a:spcBef>
              <a:buSzPct val="75000"/>
              <a:buFont typeface="StarSymbol"/>
              <a:buChar char="–"/>
            </a:pPr>
            <a:r>
              <a:rPr lang="en-GB">
                <a:highlight>
                  <a:scrgbClr r="0" g="0" b="0">
                    <a:alpha val="0"/>
                  </a:scrgbClr>
                </a:highlight>
                <a:latin typeface="Liberation Sans" pitchFamily="18"/>
              </a:rPr>
              <a:t>Monitor ports (DisplayPort, HDMI, DVI (Digital Video Interface), or VGA (Vertical Graphics Array) usually)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D9171-CCFC-4AAD-8E0C-B136C4C1FFE6}"/>
              </a:ext>
            </a:extLst>
          </p:cNvPr>
          <p:cNvSpPr txBox="1">
            <a:spLocks noGrp="1"/>
          </p:cNvSpPr>
          <p:nvPr>
            <p:ph type="title" idx="4294967295"/>
          </p:nvPr>
        </p:nvSpPr>
        <p:spPr/>
        <p:txBody>
          <a:bodyPr vert="horz"/>
          <a:lstStyle/>
          <a:p>
            <a:pPr lvl="0" rtl="0"/>
            <a:r>
              <a:rPr lang="en-GB"/>
              <a:t>What is Python?</a:t>
            </a:r>
          </a:p>
        </p:txBody>
      </p:sp>
      <p:sp>
        <p:nvSpPr>
          <p:cNvPr id="3" name="Text Placeholder 2">
            <a:extLst>
              <a:ext uri="{FF2B5EF4-FFF2-40B4-BE49-F238E27FC236}">
                <a16:creationId xmlns:a16="http://schemas.microsoft.com/office/drawing/2014/main" id="{39B4F428-E474-4A7E-93EA-9F8CB7066B22}"/>
              </a:ext>
            </a:extLst>
          </p:cNvPr>
          <p:cNvSpPr txBox="1">
            <a:spLocks noGrp="1"/>
          </p:cNvSpPr>
          <p:nvPr>
            <p:ph type="body" idx="4294967295"/>
          </p:nvPr>
        </p:nvSpPr>
        <p:spPr/>
        <p:txBody>
          <a:bodyPr vert="horz">
            <a:normAutofit fontScale="92500" lnSpcReduction="10000"/>
          </a:bodyPr>
          <a:lstStyle/>
          <a:p>
            <a:pPr lvl="0" rtl="0">
              <a:buSzPct val="45000"/>
              <a:buFont typeface="StarSymbol"/>
              <a:buChar char="●"/>
            </a:pPr>
            <a:r>
              <a:rPr lang="en-GB"/>
              <a:t>Python is a programming language for Computers</a:t>
            </a:r>
          </a:p>
          <a:p>
            <a:pPr lvl="0" rtl="0">
              <a:buSzPct val="45000"/>
              <a:buFont typeface="StarSymbol"/>
              <a:buChar char="●"/>
            </a:pPr>
            <a:r>
              <a:rPr lang="en-GB"/>
              <a:t>It is a </a:t>
            </a:r>
            <a:r>
              <a:rPr lang="en-GB" i="1"/>
              <a:t>high-level</a:t>
            </a:r>
            <a:r>
              <a:rPr lang="en-GB"/>
              <a:t>, </a:t>
            </a:r>
            <a:r>
              <a:rPr lang="en-GB" i="1"/>
              <a:t>interpreted</a:t>
            </a:r>
            <a:r>
              <a:rPr lang="en-GB"/>
              <a:t>, language</a:t>
            </a:r>
          </a:p>
          <a:p>
            <a:pPr lvl="0" rtl="0">
              <a:buSzPct val="45000"/>
              <a:buFont typeface="StarSymbol"/>
              <a:buChar char="●"/>
            </a:pPr>
            <a:r>
              <a:rPr lang="en-GB"/>
              <a:t>It is named Python as a tribute to the UK comedic duo “Monty Python”, and was initially developed by a dutch developer named “Guido Van-Rossum”, although it has been </a:t>
            </a:r>
            <a:r>
              <a:rPr lang="en-GB" i="1"/>
              <a:t>open-source</a:t>
            </a:r>
            <a:r>
              <a:rPr lang="en-GB"/>
              <a:t> for many years now and has many contributors</a:t>
            </a:r>
          </a:p>
          <a:p>
            <a:pPr lvl="0" rtl="0">
              <a:buSzPct val="45000"/>
              <a:buFont typeface="StarSymbol"/>
              <a:buChar char="●"/>
            </a:pPr>
            <a:r>
              <a:rPr lang="en-GB"/>
              <a:t>It is one of the most popular programming languages around today (by some measures the most popular) and it is by far and away the most common language for Data Science and Artificial Intelligence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419AD-656A-4535-8BCD-FC71C57A599D}"/>
              </a:ext>
            </a:extLst>
          </p:cNvPr>
          <p:cNvSpPr txBox="1">
            <a:spLocks noGrp="1"/>
          </p:cNvSpPr>
          <p:nvPr>
            <p:ph type="title" idx="4294967295"/>
          </p:nvPr>
        </p:nvSpPr>
        <p:spPr/>
        <p:txBody>
          <a:bodyPr vert="horz"/>
          <a:lstStyle/>
          <a:p>
            <a:pPr lvl="0" rtl="0"/>
            <a:r>
              <a:rPr lang="en-GB"/>
              <a:t>High level?</a:t>
            </a:r>
          </a:p>
        </p:txBody>
      </p:sp>
      <p:sp>
        <p:nvSpPr>
          <p:cNvPr id="3" name="Text Placeholder 2">
            <a:extLst>
              <a:ext uri="{FF2B5EF4-FFF2-40B4-BE49-F238E27FC236}">
                <a16:creationId xmlns:a16="http://schemas.microsoft.com/office/drawing/2014/main" id="{79277BFB-2C06-4004-92C3-23C99DF33A04}"/>
              </a:ext>
            </a:extLst>
          </p:cNvPr>
          <p:cNvSpPr txBox="1">
            <a:spLocks noGrp="1"/>
          </p:cNvSpPr>
          <p:nvPr>
            <p:ph type="body" idx="4294967295"/>
          </p:nvPr>
        </p:nvSpPr>
        <p:spPr/>
        <p:txBody>
          <a:bodyPr vert="horz">
            <a:normAutofit fontScale="92500" lnSpcReduction="10000"/>
          </a:bodyPr>
          <a:lstStyle/>
          <a:p>
            <a:pPr lvl="0" rtl="0">
              <a:buSzPct val="45000"/>
              <a:buFont typeface="StarSymbol"/>
              <a:buChar char="●"/>
            </a:pPr>
            <a:r>
              <a:rPr lang="en-GB" dirty="0"/>
              <a:t>Python is a high level language, other high level languages you may have heard of are R, C, C#, C++, Java, Perl..</a:t>
            </a:r>
          </a:p>
          <a:p>
            <a:pPr lvl="0" rtl="0">
              <a:buSzPct val="45000"/>
              <a:buFont typeface="StarSymbol"/>
              <a:buChar char="●"/>
            </a:pPr>
            <a:r>
              <a:rPr lang="en-GB" dirty="0"/>
              <a:t>Low level languages exist also, these are sometimes called “Machine Languages” – they are composed of binary numbers which together form codes that instruct the CPU what to do</a:t>
            </a:r>
          </a:p>
          <a:p>
            <a:pPr lvl="0" rtl="0">
              <a:buSzPct val="45000"/>
              <a:buFont typeface="StarSymbol"/>
              <a:buChar char="●"/>
            </a:pPr>
            <a:r>
              <a:rPr lang="en-GB" dirty="0"/>
              <a:t>Computers </a:t>
            </a:r>
            <a:r>
              <a:rPr lang="en-GB" i="1" dirty="0"/>
              <a:t>only</a:t>
            </a:r>
            <a:r>
              <a:rPr lang="en-GB" dirty="0"/>
              <a:t> run low-level languages</a:t>
            </a:r>
          </a:p>
          <a:p>
            <a:pPr lvl="0" rtl="0">
              <a:buSzPct val="45000"/>
              <a:buFont typeface="StarSymbol"/>
              <a:buChar char="●"/>
            </a:pPr>
            <a:r>
              <a:rPr lang="en-GB" dirty="0"/>
              <a:t>So what use are the high-level languages?</a:t>
            </a:r>
          </a:p>
          <a:p>
            <a:pPr lvl="0" rtl="0">
              <a:buSzPct val="45000"/>
              <a:buFont typeface="StarSymbol"/>
              <a:buChar char="●"/>
            </a:pPr>
            <a:r>
              <a:rPr lang="en-GB" dirty="0"/>
              <a:t>We also have a low-level language program, which can take a high level language program, and translate it into an appropriate low-level language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B237D-E026-4D71-8375-1277557756DF}"/>
              </a:ext>
            </a:extLst>
          </p:cNvPr>
          <p:cNvSpPr txBox="1">
            <a:spLocks noGrp="1"/>
          </p:cNvSpPr>
          <p:nvPr>
            <p:ph type="title" idx="4294967295"/>
          </p:nvPr>
        </p:nvSpPr>
        <p:spPr/>
        <p:txBody>
          <a:bodyPr vert="horz"/>
          <a:lstStyle/>
          <a:p>
            <a:pPr lvl="0" rtl="0"/>
            <a:r>
              <a:rPr lang="en-GB"/>
              <a:t>Why the split?</a:t>
            </a:r>
          </a:p>
        </p:txBody>
      </p:sp>
      <p:sp>
        <p:nvSpPr>
          <p:cNvPr id="3" name="Text Placeholder 2">
            <a:extLst>
              <a:ext uri="{FF2B5EF4-FFF2-40B4-BE49-F238E27FC236}">
                <a16:creationId xmlns:a16="http://schemas.microsoft.com/office/drawing/2014/main" id="{630214C0-C2B6-4995-B211-6C851810735C}"/>
              </a:ext>
            </a:extLst>
          </p:cNvPr>
          <p:cNvSpPr txBox="1">
            <a:spLocks noGrp="1"/>
          </p:cNvSpPr>
          <p:nvPr>
            <p:ph type="body" idx="4294967295"/>
          </p:nvPr>
        </p:nvSpPr>
        <p:spPr/>
        <p:txBody>
          <a:bodyPr vert="horz">
            <a:normAutofit fontScale="92500" lnSpcReduction="20000"/>
          </a:bodyPr>
          <a:lstStyle/>
          <a:p>
            <a:pPr lvl="0" rtl="0">
              <a:buSzPct val="45000"/>
              <a:buFont typeface="StarSymbol"/>
              <a:buChar char="●"/>
            </a:pPr>
            <a:r>
              <a:rPr lang="en-GB"/>
              <a:t>A CPU cannot complete complex instructions, it can only complete very simple instructions such as “Load X from memory, add X and Y, increment Y” etc.</a:t>
            </a:r>
          </a:p>
          <a:p>
            <a:pPr lvl="0" rtl="0">
              <a:buSzPct val="45000"/>
              <a:buFont typeface="StarSymbol"/>
              <a:buChar char="●"/>
            </a:pPr>
            <a:r>
              <a:rPr lang="en-GB"/>
              <a:t>It can, however, do billions of these instructions per second</a:t>
            </a:r>
          </a:p>
          <a:p>
            <a:pPr lvl="0" rtl="0">
              <a:buSzPct val="45000"/>
              <a:buFont typeface="StarSymbol"/>
              <a:buChar char="●"/>
            </a:pPr>
            <a:r>
              <a:rPr lang="en-GB"/>
              <a:t>More complex instructions (expressed in high level languages) can be translated into many of these low level instructions</a:t>
            </a:r>
          </a:p>
          <a:p>
            <a:pPr lvl="0" rtl="0">
              <a:buSzPct val="45000"/>
              <a:buFont typeface="StarSymbol"/>
              <a:buChar char="●"/>
            </a:pPr>
            <a:r>
              <a:rPr lang="en-GB"/>
              <a:t>So a computer does not do complex things, it does very very simple things, very very fast</a:t>
            </a:r>
          </a:p>
          <a:p>
            <a:pPr lvl="0" rtl="0">
              <a:buSzPct val="45000"/>
              <a:buFont typeface="StarSymbol"/>
              <a:buChar char="●"/>
            </a:pPr>
            <a:r>
              <a:rPr lang="en-GB"/>
              <a:t>It’s a lot easier to write complex instructions than write a few billion lines of simple maths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644D4-0524-4AA5-95A2-1B81213BF7B2}"/>
              </a:ext>
            </a:extLst>
          </p:cNvPr>
          <p:cNvSpPr txBox="1">
            <a:spLocks noGrp="1"/>
          </p:cNvSpPr>
          <p:nvPr>
            <p:ph type="title" idx="4294967295"/>
          </p:nvPr>
        </p:nvSpPr>
        <p:spPr/>
        <p:txBody>
          <a:bodyPr vert="horz"/>
          <a:lstStyle/>
          <a:p>
            <a:pPr lvl="0" rtl="0"/>
            <a:r>
              <a:rPr lang="en-GB"/>
              <a:t>Translation?</a:t>
            </a:r>
          </a:p>
        </p:txBody>
      </p:sp>
      <p:sp>
        <p:nvSpPr>
          <p:cNvPr id="3" name="Text Placeholder 2">
            <a:extLst>
              <a:ext uri="{FF2B5EF4-FFF2-40B4-BE49-F238E27FC236}">
                <a16:creationId xmlns:a16="http://schemas.microsoft.com/office/drawing/2014/main" id="{739B73A7-6100-4253-9342-0C0A76C3B05C}"/>
              </a:ext>
            </a:extLst>
          </p:cNvPr>
          <p:cNvSpPr txBox="1">
            <a:spLocks noGrp="1"/>
          </p:cNvSpPr>
          <p:nvPr>
            <p:ph type="body" idx="4294967295"/>
          </p:nvPr>
        </p:nvSpPr>
        <p:spPr/>
        <p:txBody>
          <a:bodyPr vert="horz">
            <a:normAutofit fontScale="92500"/>
          </a:bodyPr>
          <a:lstStyle/>
          <a:p>
            <a:pPr lvl="0" rtl="0">
              <a:buSzPct val="45000"/>
              <a:buFont typeface="StarSymbol"/>
              <a:buChar char="●"/>
            </a:pPr>
            <a:r>
              <a:rPr lang="en-GB"/>
              <a:t>So this is where the </a:t>
            </a:r>
            <a:r>
              <a:rPr lang="en-GB" i="1"/>
              <a:t>interpreted</a:t>
            </a:r>
            <a:r>
              <a:rPr lang="en-GB"/>
              <a:t> part comes from</a:t>
            </a:r>
          </a:p>
          <a:p>
            <a:pPr lvl="0" rtl="0">
              <a:buSzPct val="45000"/>
              <a:buFont typeface="StarSymbol"/>
              <a:buChar char="●"/>
            </a:pPr>
            <a:r>
              <a:rPr lang="en-GB"/>
              <a:t>In Python the “</a:t>
            </a:r>
            <a:r>
              <a:rPr lang="en-GB" i="1"/>
              <a:t>translator</a:t>
            </a:r>
            <a:r>
              <a:rPr lang="en-GB"/>
              <a:t>” is an “</a:t>
            </a:r>
            <a:r>
              <a:rPr lang="en-GB" i="1"/>
              <a:t>interpreter</a:t>
            </a:r>
            <a:r>
              <a:rPr lang="en-GB"/>
              <a:t>” because it steps through python code, interpreting each line into machine code one at a time</a:t>
            </a:r>
          </a:p>
          <a:p>
            <a:pPr lvl="0" rtl="0">
              <a:buSzPct val="45000"/>
              <a:buFont typeface="StarSymbol"/>
              <a:buChar char="●"/>
            </a:pPr>
            <a:r>
              <a:rPr lang="en-GB"/>
              <a:t>Other approaches are </a:t>
            </a:r>
            <a:r>
              <a:rPr lang="en-GB" i="1"/>
              <a:t>compiled</a:t>
            </a:r>
            <a:r>
              <a:rPr lang="en-GB"/>
              <a:t>, where all the code is written, saved, and then translated into a final machine-code file as one finalised unit of code</a:t>
            </a:r>
          </a:p>
          <a:p>
            <a:pPr lvl="0" rtl="0">
              <a:buSzPct val="45000"/>
              <a:buFont typeface="StarSymbol"/>
              <a:buChar char="●"/>
            </a:pPr>
            <a:r>
              <a:rPr lang="en-GB"/>
              <a:t>Or </a:t>
            </a:r>
            <a:r>
              <a:rPr lang="en-GB" i="1"/>
              <a:t>just in time</a:t>
            </a:r>
            <a:r>
              <a:rPr lang="en-GB"/>
              <a:t> compilation, where the code is loaded, and compiled into machine code </a:t>
            </a:r>
            <a:r>
              <a:rPr lang="en-GB" i="1"/>
              <a:t>just</a:t>
            </a:r>
            <a:r>
              <a:rPr lang="en-GB"/>
              <a:t> before the CPU needs those instructions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A7C3B-B91D-4A51-9E6E-28BE81ED3BDB}"/>
              </a:ext>
            </a:extLst>
          </p:cNvPr>
          <p:cNvSpPr txBox="1">
            <a:spLocks noGrp="1"/>
          </p:cNvSpPr>
          <p:nvPr>
            <p:ph type="title" idx="4294967295"/>
          </p:nvPr>
        </p:nvSpPr>
        <p:spPr/>
        <p:txBody>
          <a:bodyPr vert="horz"/>
          <a:lstStyle/>
          <a:p>
            <a:pPr lvl="0" rtl="0"/>
            <a:r>
              <a:rPr lang="en-GB"/>
              <a:t>How does this affect speed?</a:t>
            </a:r>
          </a:p>
        </p:txBody>
      </p:sp>
      <p:sp>
        <p:nvSpPr>
          <p:cNvPr id="3" name="Text Placeholder 2">
            <a:extLst>
              <a:ext uri="{FF2B5EF4-FFF2-40B4-BE49-F238E27FC236}">
                <a16:creationId xmlns:a16="http://schemas.microsoft.com/office/drawing/2014/main" id="{B3FBBF3B-CE1C-46B9-B1AE-B265A4A5D9B7}"/>
              </a:ext>
            </a:extLst>
          </p:cNvPr>
          <p:cNvSpPr txBox="1">
            <a:spLocks noGrp="1"/>
          </p:cNvSpPr>
          <p:nvPr>
            <p:ph type="body" idx="4294967295"/>
          </p:nvPr>
        </p:nvSpPr>
        <p:spPr/>
        <p:txBody>
          <a:bodyPr vert="horz">
            <a:normAutofit fontScale="92500" lnSpcReduction="10000"/>
          </a:bodyPr>
          <a:lstStyle/>
          <a:p>
            <a:pPr lvl="0" rtl="0">
              <a:buSzPct val="45000"/>
              <a:buFont typeface="StarSymbol"/>
              <a:buChar char="●"/>
            </a:pPr>
            <a:r>
              <a:rPr lang="en-GB"/>
              <a:t>Usually, compiled languages are fastest due to their low overheads and heavy optimisation of the code being possible – as it doesn’t matter how long the one-time step of compilation takes in this scenario</a:t>
            </a:r>
          </a:p>
          <a:p>
            <a:pPr lvl="0" rtl="0">
              <a:buSzPct val="45000"/>
              <a:buFont typeface="StarSymbol"/>
              <a:buChar char="●"/>
            </a:pPr>
            <a:r>
              <a:rPr lang="en-GB"/>
              <a:t>Just in time compiled languages are usually a little slower, although theoretically there’s no reason they need to be.</a:t>
            </a:r>
          </a:p>
          <a:p>
            <a:pPr lvl="0" rtl="0">
              <a:buSzPct val="45000"/>
              <a:buFont typeface="StarSymbol"/>
              <a:buChar char="●"/>
            </a:pPr>
            <a:r>
              <a:rPr lang="en-GB"/>
              <a:t>Interpreted languages are usually the slowest, as there is significant overhead in the interpretation of the language, and normally they are very high level languages – i.e. their instructions are complex and end up translating into a lot of lower level instructions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A67F-717E-42DE-85F2-7B99286210DD}"/>
              </a:ext>
            </a:extLst>
          </p:cNvPr>
          <p:cNvSpPr txBox="1">
            <a:spLocks noGrp="1"/>
          </p:cNvSpPr>
          <p:nvPr>
            <p:ph type="title" idx="4294967295"/>
          </p:nvPr>
        </p:nvSpPr>
        <p:spPr/>
        <p:txBody>
          <a:bodyPr vert="horz"/>
          <a:lstStyle/>
          <a:p>
            <a:pPr lvl="0" rtl="0"/>
            <a:r>
              <a:rPr lang="en-GB"/>
              <a:t>So why Python?</a:t>
            </a:r>
          </a:p>
        </p:txBody>
      </p:sp>
      <p:sp>
        <p:nvSpPr>
          <p:cNvPr id="3" name="Text Placeholder 2">
            <a:extLst>
              <a:ext uri="{FF2B5EF4-FFF2-40B4-BE49-F238E27FC236}">
                <a16:creationId xmlns:a16="http://schemas.microsoft.com/office/drawing/2014/main" id="{F720B037-EBF9-414F-939E-ACDA7065541B}"/>
              </a:ext>
            </a:extLst>
          </p:cNvPr>
          <p:cNvSpPr txBox="1">
            <a:spLocks noGrp="1"/>
          </p:cNvSpPr>
          <p:nvPr>
            <p:ph type="body" idx="4294967295"/>
          </p:nvPr>
        </p:nvSpPr>
        <p:spPr/>
        <p:txBody>
          <a:bodyPr vert="horz">
            <a:normAutofit fontScale="92500" lnSpcReduction="20000"/>
          </a:bodyPr>
          <a:lstStyle/>
          <a:p>
            <a:pPr lvl="0" rtl="0">
              <a:buSzPct val="45000"/>
              <a:buFont typeface="StarSymbol"/>
              <a:buChar char="●"/>
            </a:pPr>
            <a:r>
              <a:rPr lang="en-GB" dirty="0"/>
              <a:t>If this is the case, why has Python become so popular for machine learning and data science?</a:t>
            </a:r>
          </a:p>
          <a:p>
            <a:pPr marL="0" lvl="1" indent="0" hangingPunct="0">
              <a:spcBef>
                <a:spcPts val="1060"/>
              </a:spcBef>
              <a:buSzPct val="75000"/>
              <a:buFont typeface="StarSymbol"/>
              <a:buChar char="–"/>
            </a:pPr>
            <a:r>
              <a:rPr lang="en-GB" dirty="0">
                <a:highlight>
                  <a:scrgbClr r="0" g="0" b="0">
                    <a:alpha val="0"/>
                  </a:scrgbClr>
                </a:highlight>
                <a:latin typeface="Liberation Sans" pitchFamily="18"/>
              </a:rPr>
              <a:t>Python can be used interactively – due to its interpreted nature you can type code, see any output, and then type some more code – allowing an interactive coding process which is much more challenging with a just-in-time or compiled language</a:t>
            </a:r>
          </a:p>
          <a:p>
            <a:pPr marL="0" lvl="1" indent="0" hangingPunct="0">
              <a:spcBef>
                <a:spcPts val="1060"/>
              </a:spcBef>
              <a:buSzPct val="75000"/>
              <a:buFont typeface="StarSymbol"/>
              <a:buChar char="–"/>
            </a:pPr>
            <a:r>
              <a:rPr lang="en-GB" dirty="0">
                <a:highlight>
                  <a:scrgbClr r="0" g="0" b="0">
                    <a:alpha val="0"/>
                  </a:scrgbClr>
                </a:highlight>
                <a:latin typeface="Liberation Sans" pitchFamily="18"/>
              </a:rPr>
              <a:t>Python is easy to learn – it may not always seem it if you’re new to it, but compared to other programming languages it has simple syntax and is quite close to English</a:t>
            </a:r>
          </a:p>
          <a:p>
            <a:pPr marL="0" lvl="1" indent="0" hangingPunct="0">
              <a:spcBef>
                <a:spcPts val="1060"/>
              </a:spcBef>
              <a:buSzPct val="75000"/>
              <a:buFont typeface="StarSymbol"/>
              <a:buChar char="–"/>
            </a:pPr>
            <a:r>
              <a:rPr lang="en-GB" dirty="0">
                <a:highlight>
                  <a:scrgbClr r="0" g="0" b="0">
                    <a:alpha val="0"/>
                  </a:scrgbClr>
                </a:highlight>
                <a:latin typeface="Liberation Sans" pitchFamily="18"/>
              </a:rPr>
              <a:t>Python can still achieve speed – by calling compiled pre-written code where performance is important, and offering flexibility </a:t>
            </a:r>
            <a:r>
              <a:rPr lang="en-GB" dirty="0" err="1">
                <a:highlight>
                  <a:scrgbClr r="0" g="0" b="0">
                    <a:alpha val="0"/>
                  </a:scrgbClr>
                </a:highlight>
                <a:latin typeface="Liberation Sans" pitchFamily="18"/>
              </a:rPr>
              <a:t>elsewher</a:t>
            </a:r>
            <a:endParaRPr lang="en-GB" dirty="0">
              <a:highlight>
                <a:scrgbClr r="0" g="0" b="0">
                  <a:alpha val="0"/>
                </a:scrgbClr>
              </a:highlight>
              <a:latin typeface="Liberation Sans" pitchFamily="1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CCC56-3B6A-4364-BD42-DE46DBF6A245}"/>
              </a:ext>
            </a:extLst>
          </p:cNvPr>
          <p:cNvSpPr txBox="1">
            <a:spLocks noGrp="1"/>
          </p:cNvSpPr>
          <p:nvPr>
            <p:ph type="title" idx="4294967295"/>
          </p:nvPr>
        </p:nvSpPr>
        <p:spPr/>
        <p:txBody>
          <a:bodyPr vert="horz"/>
          <a:lstStyle/>
          <a:p>
            <a:pPr lvl="0" rtl="0"/>
            <a:r>
              <a:rPr lang="en-GB"/>
              <a:t>Okay – so how do we use Python?</a:t>
            </a:r>
          </a:p>
        </p:txBody>
      </p:sp>
      <p:sp>
        <p:nvSpPr>
          <p:cNvPr id="3" name="Text Placeholder 2">
            <a:extLst>
              <a:ext uri="{FF2B5EF4-FFF2-40B4-BE49-F238E27FC236}">
                <a16:creationId xmlns:a16="http://schemas.microsoft.com/office/drawing/2014/main" id="{36FC3381-62E7-420D-8D7D-E64E5118D8CC}"/>
              </a:ext>
            </a:extLst>
          </p:cNvPr>
          <p:cNvSpPr txBox="1">
            <a:spLocks noGrp="1"/>
          </p:cNvSpPr>
          <p:nvPr>
            <p:ph type="body" idx="4294967295"/>
          </p:nvPr>
        </p:nvSpPr>
        <p:spPr/>
        <p:txBody>
          <a:bodyPr vert="horz"/>
          <a:lstStyle/>
          <a:p>
            <a:pPr lvl="0" rtl="0">
              <a:buSzPct val="45000"/>
              <a:buFont typeface="StarSymbol"/>
              <a:buChar char="●"/>
            </a:pPr>
            <a:r>
              <a:rPr lang="en-GB"/>
              <a:t>To code Python we need a python interpreter</a:t>
            </a:r>
          </a:p>
          <a:p>
            <a:pPr lvl="0" rtl="0">
              <a:buSzPct val="45000"/>
              <a:buFont typeface="StarSymbol"/>
              <a:buChar char="●"/>
            </a:pPr>
            <a:r>
              <a:rPr lang="en-GB"/>
              <a:t>And something to write our code in – we could just use notepad</a:t>
            </a:r>
          </a:p>
          <a:p>
            <a:pPr lvl="0" rtl="0">
              <a:buSzPct val="45000"/>
              <a:buFont typeface="StarSymbol"/>
              <a:buChar char="●"/>
            </a:pPr>
            <a:r>
              <a:rPr lang="en-GB"/>
              <a:t>But something like Visual Studio code or Jupyter notebooks give us a nicer environment to code in</a:t>
            </a:r>
          </a:p>
          <a:p>
            <a:pPr lvl="0" rtl="0">
              <a:buSzPct val="45000"/>
              <a:buFont typeface="StarSymbol"/>
              <a:buChar char="●"/>
            </a:pPr>
            <a:r>
              <a:rPr lang="en-GB"/>
              <a:t>It has auto-complete, and syntax highlighting to help us with our coding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DC388-A8A0-4041-B352-2632389B5514}"/>
              </a:ext>
            </a:extLst>
          </p:cNvPr>
          <p:cNvSpPr txBox="1">
            <a:spLocks noGrp="1"/>
          </p:cNvSpPr>
          <p:nvPr>
            <p:ph type="title" idx="4294967295"/>
          </p:nvPr>
        </p:nvSpPr>
        <p:spPr/>
        <p:txBody>
          <a:bodyPr vert="horz"/>
          <a:lstStyle/>
          <a:p>
            <a:pPr lvl="0" rtl="0"/>
            <a:r>
              <a:rPr lang="en-GB"/>
              <a:t>Jupyter Notebooks</a:t>
            </a:r>
          </a:p>
        </p:txBody>
      </p:sp>
      <p:sp>
        <p:nvSpPr>
          <p:cNvPr id="3" name="Text Placeholder 2">
            <a:extLst>
              <a:ext uri="{FF2B5EF4-FFF2-40B4-BE49-F238E27FC236}">
                <a16:creationId xmlns:a16="http://schemas.microsoft.com/office/drawing/2014/main" id="{1799EAEE-C8C5-4E3A-BD15-77CF4E34948C}"/>
              </a:ext>
            </a:extLst>
          </p:cNvPr>
          <p:cNvSpPr txBox="1">
            <a:spLocks noGrp="1"/>
          </p:cNvSpPr>
          <p:nvPr>
            <p:ph type="body" idx="4294967295"/>
          </p:nvPr>
        </p:nvSpPr>
        <p:spPr/>
        <p:txBody>
          <a:bodyPr vert="horz"/>
          <a:lstStyle/>
          <a:p>
            <a:pPr lvl="0" rtl="0">
              <a:buSzPct val="45000"/>
              <a:buFont typeface="StarSymbol"/>
              <a:buChar char="●"/>
            </a:pPr>
            <a:r>
              <a:rPr lang="en-GB" dirty="0"/>
              <a:t>Please follow the live coding session to achieve the following:</a:t>
            </a:r>
          </a:p>
          <a:p>
            <a:pPr marL="0" lvl="1" indent="0" hangingPunct="0">
              <a:spcBef>
                <a:spcPts val="1060"/>
              </a:spcBef>
              <a:buSzPct val="75000"/>
              <a:buFont typeface="StarSymbol"/>
              <a:buChar char="–"/>
            </a:pPr>
            <a:r>
              <a:rPr lang="en-GB" dirty="0">
                <a:highlight>
                  <a:scrgbClr r="0" g="0" b="0">
                    <a:alpha val="0"/>
                  </a:scrgbClr>
                </a:highlight>
                <a:latin typeface="Liberation Sans" pitchFamily="18"/>
              </a:rPr>
              <a:t>Get visual studio code working with </a:t>
            </a:r>
            <a:r>
              <a:rPr lang="en-GB" dirty="0" err="1">
                <a:highlight>
                  <a:scrgbClr r="0" g="0" b="0">
                    <a:alpha val="0"/>
                  </a:scrgbClr>
                </a:highlight>
                <a:latin typeface="Liberation Sans" pitchFamily="18"/>
              </a:rPr>
              <a:t>Jupyter</a:t>
            </a:r>
            <a:r>
              <a:rPr lang="en-GB" dirty="0">
                <a:highlight>
                  <a:scrgbClr r="0" g="0" b="0">
                    <a:alpha val="0"/>
                  </a:scrgbClr>
                </a:highlight>
                <a:latin typeface="Liberation Sans" pitchFamily="18"/>
              </a:rPr>
              <a:t> notebooks plugin</a:t>
            </a:r>
          </a:p>
          <a:p>
            <a:pPr marL="0" lvl="1" indent="0" hangingPunct="0">
              <a:spcBef>
                <a:spcPts val="1060"/>
              </a:spcBef>
              <a:buSzPct val="75000"/>
              <a:buFont typeface="StarSymbol"/>
              <a:buChar char="–"/>
            </a:pPr>
            <a:r>
              <a:rPr lang="en-GB" dirty="0">
                <a:highlight>
                  <a:scrgbClr r="0" g="0" b="0">
                    <a:alpha val="0"/>
                  </a:scrgbClr>
                </a:highlight>
                <a:latin typeface="Liberation Sans" pitchFamily="18"/>
              </a:rPr>
              <a:t>Code a very first Python program “Hello World”</a:t>
            </a:r>
          </a:p>
          <a:p>
            <a:pPr marL="0" lvl="1" indent="0" hangingPunct="0">
              <a:spcBef>
                <a:spcPts val="1060"/>
              </a:spcBef>
              <a:buSzPct val="75000"/>
              <a:buFont typeface="StarSymbol"/>
              <a:buChar char="–"/>
            </a:pPr>
            <a:r>
              <a:rPr lang="en-GB" dirty="0">
                <a:highlight>
                  <a:scrgbClr r="0" g="0" b="0">
                    <a:alpha val="0"/>
                  </a:scrgbClr>
                </a:highlight>
                <a:latin typeface="Liberation Sans" pitchFamily="18"/>
              </a:rPr>
              <a:t>Use some variables to store things</a:t>
            </a:r>
          </a:p>
          <a:p>
            <a:pPr marL="0" lvl="1" indent="0" hangingPunct="0">
              <a:spcBef>
                <a:spcPts val="1060"/>
              </a:spcBef>
              <a:buSzPct val="75000"/>
              <a:buFont typeface="StarSymbol"/>
              <a:buChar char="–"/>
            </a:pPr>
            <a:r>
              <a:rPr lang="en-GB" dirty="0">
                <a:highlight>
                  <a:scrgbClr r="0" g="0" b="0">
                    <a:alpha val="0"/>
                  </a:scrgbClr>
                </a:highlight>
                <a:latin typeface="Liberation Sans" pitchFamily="18"/>
              </a:rPr>
              <a:t>Create and call some </a:t>
            </a:r>
            <a:r>
              <a:rPr lang="en-GB" i="1" dirty="0">
                <a:highlight>
                  <a:scrgbClr r="0" g="0" b="0">
                    <a:alpha val="0"/>
                  </a:scrgbClr>
                </a:highlight>
                <a:latin typeface="Liberation Sans" pitchFamily="18"/>
              </a:rPr>
              <a:t>“Functions”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4C0FA-8BC6-494A-A111-CF50C8DD2D1C}"/>
              </a:ext>
            </a:extLst>
          </p:cNvPr>
          <p:cNvSpPr txBox="1">
            <a:spLocks noGrp="1"/>
          </p:cNvSpPr>
          <p:nvPr>
            <p:ph type="title" idx="4294967295"/>
          </p:nvPr>
        </p:nvSpPr>
        <p:spPr/>
        <p:txBody>
          <a:bodyPr vert="horz"/>
          <a:lstStyle/>
          <a:p>
            <a:pPr lvl="0" rtl="0"/>
            <a:r>
              <a:rPr lang="en-GB"/>
              <a:t>What do we learn in those exercises?</a:t>
            </a:r>
          </a:p>
        </p:txBody>
      </p:sp>
      <p:sp>
        <p:nvSpPr>
          <p:cNvPr id="3" name="Text Placeholder 2">
            <a:extLst>
              <a:ext uri="{FF2B5EF4-FFF2-40B4-BE49-F238E27FC236}">
                <a16:creationId xmlns:a16="http://schemas.microsoft.com/office/drawing/2014/main" id="{76C99A13-E06B-4270-89D2-C57894012AE6}"/>
              </a:ext>
            </a:extLst>
          </p:cNvPr>
          <p:cNvSpPr txBox="1">
            <a:spLocks noGrp="1"/>
          </p:cNvSpPr>
          <p:nvPr>
            <p:ph type="body" idx="4294967295"/>
          </p:nvPr>
        </p:nvSpPr>
        <p:spPr/>
        <p:txBody>
          <a:bodyPr vert="horz"/>
          <a:lstStyle/>
          <a:p>
            <a:pPr lvl="0" rtl="0">
              <a:buSzPct val="45000"/>
              <a:buFont typeface="StarSymbol"/>
              <a:buChar char="●"/>
            </a:pPr>
            <a:r>
              <a:rPr lang="en-GB"/>
              <a:t>Python is </a:t>
            </a:r>
            <a:r>
              <a:rPr lang="en-GB" i="1"/>
              <a:t>whitespace significant</a:t>
            </a:r>
            <a:r>
              <a:rPr lang="en-GB"/>
              <a:t> this means that spaces and tabs in Python can mean something – and must be in the right places</a:t>
            </a:r>
          </a:p>
          <a:p>
            <a:pPr lvl="0" rtl="0">
              <a:buSzPct val="45000"/>
              <a:buFont typeface="StarSymbol"/>
              <a:buChar char="●"/>
            </a:pPr>
            <a:r>
              <a:rPr lang="en-GB"/>
              <a:t>In practice, this mostly only applies to the very first sections of whitespace on each line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25334-BA4C-47F2-8B61-65F69AD1F323}"/>
              </a:ext>
            </a:extLst>
          </p:cNvPr>
          <p:cNvSpPr txBox="1">
            <a:spLocks noGrp="1"/>
          </p:cNvSpPr>
          <p:nvPr>
            <p:ph type="title" idx="4294967295"/>
          </p:nvPr>
        </p:nvSpPr>
        <p:spPr/>
        <p:txBody>
          <a:bodyPr vert="horz"/>
          <a:lstStyle/>
          <a:p>
            <a:pPr lvl="0" rtl="0"/>
            <a:r>
              <a:rPr lang="en-GB"/>
              <a:t>What does it mean?</a:t>
            </a:r>
          </a:p>
        </p:txBody>
      </p:sp>
      <p:sp>
        <p:nvSpPr>
          <p:cNvPr id="3" name="Text Placeholder 2">
            <a:extLst>
              <a:ext uri="{FF2B5EF4-FFF2-40B4-BE49-F238E27FC236}">
                <a16:creationId xmlns:a16="http://schemas.microsoft.com/office/drawing/2014/main" id="{F33AB69C-3E4F-4700-B607-477867584837}"/>
              </a:ext>
            </a:extLst>
          </p:cNvPr>
          <p:cNvSpPr txBox="1">
            <a:spLocks noGrp="1"/>
          </p:cNvSpPr>
          <p:nvPr>
            <p:ph type="body" idx="4294967295"/>
          </p:nvPr>
        </p:nvSpPr>
        <p:spPr/>
        <p:txBody>
          <a:bodyPr vert="horz"/>
          <a:lstStyle/>
          <a:p>
            <a:pPr lvl="0" rtl="0">
              <a:buSzPct val="45000"/>
              <a:buFont typeface="StarSymbol"/>
              <a:buChar char="●"/>
            </a:pPr>
            <a:r>
              <a:rPr lang="en-GB" dirty="0"/>
              <a:t>In most programming languages “</a:t>
            </a:r>
            <a:r>
              <a:rPr lang="en-GB" i="1" dirty="0"/>
              <a:t>code blocks</a:t>
            </a:r>
            <a:r>
              <a:rPr lang="en-GB" dirty="0"/>
              <a:t>” are denoted by brackets</a:t>
            </a:r>
          </a:p>
          <a:p>
            <a:pPr lvl="0" rtl="0">
              <a:buSzPct val="45000"/>
              <a:buFont typeface="StarSymbol"/>
              <a:buChar char="●"/>
            </a:pPr>
            <a:r>
              <a:rPr lang="en-GB" dirty="0"/>
              <a:t>Programmers however still use indentation to represent this visually – it makes debugging and reading code hugely easer</a:t>
            </a:r>
          </a:p>
          <a:p>
            <a:pPr lvl="0" rtl="0">
              <a:buSzPct val="45000"/>
              <a:buFont typeface="StarSymbol"/>
              <a:buChar char="●"/>
            </a:pPr>
            <a:r>
              <a:rPr lang="en-GB" dirty="0"/>
              <a:t>In Python we dispense with the brackets, and make the indentation compulsory</a:t>
            </a:r>
          </a:p>
          <a:p>
            <a:pPr lvl="0" rtl="0">
              <a:buSzPct val="45000"/>
              <a:buFont typeface="StarSymbol"/>
              <a:buChar char="●"/>
            </a:pPr>
            <a:r>
              <a:rPr lang="en-GB" dirty="0"/>
              <a:t>The difference can be seen clearly on the following slide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9A890-99FA-49B4-8DF8-E2CA6D0DA6D5}"/>
              </a:ext>
            </a:extLst>
          </p:cNvPr>
          <p:cNvSpPr txBox="1">
            <a:spLocks noGrp="1"/>
          </p:cNvSpPr>
          <p:nvPr>
            <p:ph type="title" idx="4294967295"/>
          </p:nvPr>
        </p:nvSpPr>
        <p:spPr/>
        <p:txBody>
          <a:bodyPr vert="horz"/>
          <a:lstStyle/>
          <a:p>
            <a:pPr lvl="0" rtl="0"/>
            <a:r>
              <a:rPr lang="en-GB"/>
              <a:t>Indented vs Unindented</a:t>
            </a:r>
          </a:p>
        </p:txBody>
      </p:sp>
      <p:pic>
        <p:nvPicPr>
          <p:cNvPr id="3" name="Picture 2">
            <a:extLst>
              <a:ext uri="{FF2B5EF4-FFF2-40B4-BE49-F238E27FC236}">
                <a16:creationId xmlns:a16="http://schemas.microsoft.com/office/drawing/2014/main" id="{811C6EBC-C579-43E5-9F95-1D7235928610}"/>
              </a:ext>
            </a:extLst>
          </p:cNvPr>
          <p:cNvPicPr>
            <a:picLocks noChangeAspect="1"/>
          </p:cNvPicPr>
          <p:nvPr/>
        </p:nvPicPr>
        <p:blipFill>
          <a:blip r:embed="rId3">
            <a:lum/>
            <a:alphaModFix/>
          </a:blip>
          <a:srcRect/>
          <a:stretch>
            <a:fillRect/>
          </a:stretch>
        </p:blipFill>
        <p:spPr>
          <a:xfrm>
            <a:off x="5400000" y="2160000"/>
            <a:ext cx="3512520" cy="1561680"/>
          </a:xfrm>
          <a:prstGeom prst="rect">
            <a:avLst/>
          </a:prstGeom>
          <a:noFill/>
          <a:ln>
            <a:noFill/>
          </a:ln>
        </p:spPr>
      </p:pic>
      <p:pic>
        <p:nvPicPr>
          <p:cNvPr id="4" name="Picture 3">
            <a:extLst>
              <a:ext uri="{FF2B5EF4-FFF2-40B4-BE49-F238E27FC236}">
                <a16:creationId xmlns:a16="http://schemas.microsoft.com/office/drawing/2014/main" id="{3CE4ED4F-9ED5-48BA-8B98-FFC60483DED2}"/>
              </a:ext>
            </a:extLst>
          </p:cNvPr>
          <p:cNvPicPr>
            <a:picLocks noChangeAspect="1"/>
          </p:cNvPicPr>
          <p:nvPr/>
        </p:nvPicPr>
        <p:blipFill>
          <a:blip r:embed="rId4">
            <a:lum/>
            <a:alphaModFix/>
          </a:blip>
          <a:srcRect/>
          <a:stretch>
            <a:fillRect/>
          </a:stretch>
        </p:blipFill>
        <p:spPr>
          <a:xfrm>
            <a:off x="1560960" y="2160000"/>
            <a:ext cx="3299040" cy="139428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A28BF-7BD5-4EA3-B5D2-5DE5450337FE}"/>
              </a:ext>
            </a:extLst>
          </p:cNvPr>
          <p:cNvSpPr txBox="1">
            <a:spLocks noGrp="1"/>
          </p:cNvSpPr>
          <p:nvPr>
            <p:ph type="title" idx="4294967295"/>
          </p:nvPr>
        </p:nvSpPr>
        <p:spPr/>
        <p:txBody>
          <a:bodyPr vert="horz"/>
          <a:lstStyle/>
          <a:p>
            <a:pPr lvl="0" rtl="0"/>
            <a:r>
              <a:rPr lang="en-GB"/>
              <a:t>Variables in Python</a:t>
            </a:r>
          </a:p>
        </p:txBody>
      </p:sp>
      <p:sp>
        <p:nvSpPr>
          <p:cNvPr id="3" name="Text Placeholder 2">
            <a:extLst>
              <a:ext uri="{FF2B5EF4-FFF2-40B4-BE49-F238E27FC236}">
                <a16:creationId xmlns:a16="http://schemas.microsoft.com/office/drawing/2014/main" id="{BACD5CF0-2BB1-44F4-8A0F-5F2A778048DD}"/>
              </a:ext>
            </a:extLst>
          </p:cNvPr>
          <p:cNvSpPr txBox="1">
            <a:spLocks noGrp="1"/>
          </p:cNvSpPr>
          <p:nvPr>
            <p:ph type="body" idx="4294967295"/>
          </p:nvPr>
        </p:nvSpPr>
        <p:spPr/>
        <p:txBody>
          <a:bodyPr vert="horz">
            <a:normAutofit fontScale="92500" lnSpcReduction="10000"/>
          </a:bodyPr>
          <a:lstStyle/>
          <a:p>
            <a:pPr lvl="0" rtl="0">
              <a:buSzPct val="45000"/>
              <a:buFont typeface="StarSymbol"/>
              <a:buChar char="●"/>
            </a:pPr>
            <a:r>
              <a:rPr lang="en-GB"/>
              <a:t>A variable can store things for your program to use later</a:t>
            </a:r>
          </a:p>
          <a:p>
            <a:pPr lvl="0" rtl="0">
              <a:buSzPct val="45000"/>
              <a:buFont typeface="StarSymbol"/>
              <a:buChar char="●"/>
            </a:pPr>
            <a:r>
              <a:rPr lang="en-GB"/>
              <a:t>These things stored in memory have a </a:t>
            </a:r>
            <a:r>
              <a:rPr lang="en-GB" i="1"/>
              <a:t>type</a:t>
            </a:r>
          </a:p>
          <a:p>
            <a:pPr lvl="0" rtl="0">
              <a:buSzPct val="45000"/>
              <a:buFont typeface="StarSymbol"/>
              <a:buChar char="●"/>
            </a:pPr>
            <a:r>
              <a:rPr lang="en-GB"/>
              <a:t>The </a:t>
            </a:r>
            <a:r>
              <a:rPr lang="en-GB" i="1"/>
              <a:t>type</a:t>
            </a:r>
            <a:r>
              <a:rPr lang="en-GB"/>
              <a:t> tells you what you can do with that particular variable</a:t>
            </a:r>
          </a:p>
          <a:p>
            <a:pPr lvl="0" rtl="0">
              <a:buSzPct val="45000"/>
              <a:buFont typeface="StarSymbol"/>
              <a:buChar char="●"/>
            </a:pPr>
            <a:r>
              <a:rPr lang="en-GB"/>
              <a:t>These are some of the most common types:</a:t>
            </a:r>
          </a:p>
          <a:p>
            <a:pPr marL="0" lvl="1" indent="0" hangingPunct="0">
              <a:spcBef>
                <a:spcPts val="1060"/>
              </a:spcBef>
              <a:buSzPct val="75000"/>
              <a:buFont typeface="StarSymbol"/>
              <a:buChar char="–"/>
            </a:pPr>
            <a:r>
              <a:rPr lang="en-GB">
                <a:highlight>
                  <a:scrgbClr r="0" g="0" b="0">
                    <a:alpha val="0"/>
                  </a:scrgbClr>
                </a:highlight>
                <a:latin typeface="Liberation Sans" pitchFamily="18"/>
              </a:rPr>
              <a:t>Integers (whole numbers)</a:t>
            </a:r>
          </a:p>
          <a:p>
            <a:pPr marL="0" lvl="1" indent="0" hangingPunct="0">
              <a:spcBef>
                <a:spcPts val="1060"/>
              </a:spcBef>
              <a:buSzPct val="75000"/>
              <a:buFont typeface="StarSymbol"/>
              <a:buChar char="–"/>
            </a:pPr>
            <a:r>
              <a:rPr lang="en-GB">
                <a:highlight>
                  <a:scrgbClr r="0" g="0" b="0">
                    <a:alpha val="0"/>
                  </a:scrgbClr>
                </a:highlight>
                <a:latin typeface="Liberation Sans" pitchFamily="18"/>
              </a:rPr>
              <a:t>Floats (Floating point numbers, i.e. numbers with a decimal point)</a:t>
            </a:r>
          </a:p>
          <a:p>
            <a:pPr marL="0" lvl="1" indent="0" hangingPunct="0">
              <a:spcBef>
                <a:spcPts val="1060"/>
              </a:spcBef>
              <a:buSzPct val="75000"/>
              <a:buFont typeface="StarSymbol"/>
              <a:buChar char="–"/>
            </a:pPr>
            <a:r>
              <a:rPr lang="en-GB">
                <a:highlight>
                  <a:scrgbClr r="0" g="0" b="0">
                    <a:alpha val="0"/>
                  </a:scrgbClr>
                </a:highlight>
                <a:latin typeface="Liberation Sans" pitchFamily="18"/>
              </a:rPr>
              <a:t>Booleans (True/False values)</a:t>
            </a:r>
          </a:p>
          <a:p>
            <a:pPr marL="0" lvl="1" indent="0" hangingPunct="0">
              <a:spcBef>
                <a:spcPts val="1060"/>
              </a:spcBef>
              <a:buSzPct val="75000"/>
              <a:buFont typeface="StarSymbol"/>
              <a:buChar char="–"/>
            </a:pPr>
            <a:r>
              <a:rPr lang="en-GB">
                <a:highlight>
                  <a:scrgbClr r="0" g="0" b="0">
                    <a:alpha val="0"/>
                  </a:scrgbClr>
                </a:highlight>
                <a:latin typeface="Liberation Sans" pitchFamily="18"/>
              </a:rPr>
              <a:t>Strings (Characters, i.e. words, names, etc)</a:t>
            </a:r>
          </a:p>
          <a:p>
            <a:pPr lvl="0" rtl="0">
              <a:buSzPct val="45000"/>
              <a:buFont typeface="StarSymbol"/>
              <a:buChar char="●"/>
            </a:pPr>
            <a:endParaRPr lang="en-GB" i="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742E3-2F3F-481D-85D9-C35DB3744E3D}"/>
              </a:ext>
            </a:extLst>
          </p:cNvPr>
          <p:cNvSpPr txBox="1">
            <a:spLocks noGrp="1"/>
          </p:cNvSpPr>
          <p:nvPr>
            <p:ph type="title" idx="4294967295"/>
          </p:nvPr>
        </p:nvSpPr>
        <p:spPr/>
        <p:txBody>
          <a:bodyPr vert="horz"/>
          <a:lstStyle/>
          <a:p>
            <a:pPr lvl="0" rtl="0"/>
            <a:r>
              <a:rPr lang="en-GB"/>
              <a:t>Integers</a:t>
            </a:r>
          </a:p>
        </p:txBody>
      </p:sp>
      <p:sp>
        <p:nvSpPr>
          <p:cNvPr id="3" name="Text Placeholder 2">
            <a:extLst>
              <a:ext uri="{FF2B5EF4-FFF2-40B4-BE49-F238E27FC236}">
                <a16:creationId xmlns:a16="http://schemas.microsoft.com/office/drawing/2014/main" id="{85B4A706-7D74-4B64-BA3C-C9860C99C14C}"/>
              </a:ext>
            </a:extLst>
          </p:cNvPr>
          <p:cNvSpPr txBox="1">
            <a:spLocks noGrp="1"/>
          </p:cNvSpPr>
          <p:nvPr>
            <p:ph type="body" idx="4294967295"/>
          </p:nvPr>
        </p:nvSpPr>
        <p:spPr/>
        <p:txBody>
          <a:bodyPr vert="horz"/>
          <a:lstStyle/>
          <a:p>
            <a:pPr lvl="0" rtl="0">
              <a:buSzPct val="45000"/>
              <a:buFont typeface="StarSymbol"/>
              <a:buChar char="●"/>
            </a:pPr>
            <a:r>
              <a:rPr lang="en-GB"/>
              <a:t>Often referred to as “ints”</a:t>
            </a:r>
          </a:p>
          <a:p>
            <a:pPr lvl="0" rtl="0">
              <a:buSzPct val="45000"/>
              <a:buFont typeface="StarSymbol"/>
              <a:buChar char="●"/>
            </a:pPr>
            <a:r>
              <a:rPr lang="en-GB"/>
              <a:t>These are signed whole numbers (i.e. positive or negative)</a:t>
            </a:r>
          </a:p>
          <a:p>
            <a:pPr lvl="0" rtl="0">
              <a:buSzPct val="45000"/>
              <a:buFont typeface="StarSymbol"/>
              <a:buChar char="●"/>
            </a:pPr>
            <a:r>
              <a:rPr lang="en-GB"/>
              <a:t>In Python integers can store increasing numbers until the computer runs out of memory – in stark contrast to most other languages, where different types of int can store differing values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AE104-ABB9-4E01-A1E3-F2F4EF1CE41A}"/>
              </a:ext>
            </a:extLst>
          </p:cNvPr>
          <p:cNvSpPr txBox="1">
            <a:spLocks noGrp="1"/>
          </p:cNvSpPr>
          <p:nvPr>
            <p:ph type="title" idx="4294967295"/>
          </p:nvPr>
        </p:nvSpPr>
        <p:spPr/>
        <p:txBody>
          <a:bodyPr vert="horz"/>
          <a:lstStyle/>
          <a:p>
            <a:pPr lvl="0" rtl="0"/>
            <a:r>
              <a:rPr lang="en-GB"/>
              <a:t>Floats</a:t>
            </a:r>
          </a:p>
        </p:txBody>
      </p:sp>
      <p:sp>
        <p:nvSpPr>
          <p:cNvPr id="3" name="Text Placeholder 2">
            <a:extLst>
              <a:ext uri="{FF2B5EF4-FFF2-40B4-BE49-F238E27FC236}">
                <a16:creationId xmlns:a16="http://schemas.microsoft.com/office/drawing/2014/main" id="{6CE90806-FCF9-4D91-A41F-3E7632698EAD}"/>
              </a:ext>
            </a:extLst>
          </p:cNvPr>
          <p:cNvSpPr txBox="1">
            <a:spLocks noGrp="1"/>
          </p:cNvSpPr>
          <p:nvPr>
            <p:ph type="body" idx="4294967295"/>
          </p:nvPr>
        </p:nvSpPr>
        <p:spPr/>
        <p:txBody>
          <a:bodyPr vert="horz"/>
          <a:lstStyle/>
          <a:p>
            <a:pPr lvl="0" rtl="0">
              <a:buSzPct val="45000"/>
              <a:buFont typeface="StarSymbol"/>
              <a:buChar char="●"/>
            </a:pPr>
            <a:r>
              <a:rPr lang="en-GB"/>
              <a:t>Floating point numbers, i.e. numbers with decimal points in them</a:t>
            </a:r>
          </a:p>
          <a:p>
            <a:pPr marL="0" lvl="1" indent="0" hangingPunct="0">
              <a:spcBef>
                <a:spcPts val="1060"/>
              </a:spcBef>
              <a:buSzPct val="75000"/>
              <a:buFont typeface="StarSymbol"/>
              <a:buChar char="–"/>
            </a:pPr>
            <a:r>
              <a:rPr lang="en-GB">
                <a:highlight>
                  <a:scrgbClr r="0" g="0" b="0">
                    <a:alpha val="0"/>
                  </a:scrgbClr>
                </a:highlight>
                <a:latin typeface="Liberation Sans" pitchFamily="18"/>
              </a:rPr>
              <a:t>e.g. 4.2, 100.23, 0.54</a:t>
            </a:r>
          </a:p>
          <a:p>
            <a:pPr lvl="0" rtl="0">
              <a:buSzPct val="45000"/>
              <a:buFont typeface="StarSymbol"/>
              <a:buChar char="●"/>
            </a:pPr>
            <a:r>
              <a:rPr lang="en-GB"/>
              <a:t>Only approximately accurate! So don’t use these for anything where exact accuracy matters (money etc)</a:t>
            </a:r>
          </a:p>
        </p:txBody>
      </p:sp>
      <p:pic>
        <p:nvPicPr>
          <p:cNvPr id="4" name="Picture 3">
            <a:extLst>
              <a:ext uri="{FF2B5EF4-FFF2-40B4-BE49-F238E27FC236}">
                <a16:creationId xmlns:a16="http://schemas.microsoft.com/office/drawing/2014/main" id="{5C3103A3-DB11-46CF-AD5C-F5925E1966D5}"/>
              </a:ext>
            </a:extLst>
          </p:cNvPr>
          <p:cNvPicPr>
            <a:picLocks noChangeAspect="1"/>
          </p:cNvPicPr>
          <p:nvPr/>
        </p:nvPicPr>
        <p:blipFill>
          <a:blip r:embed="rId3">
            <a:lum/>
            <a:alphaModFix/>
          </a:blip>
          <a:srcRect/>
          <a:stretch>
            <a:fillRect/>
          </a:stretch>
        </p:blipFill>
        <p:spPr>
          <a:xfrm>
            <a:off x="1260000" y="3600000"/>
            <a:ext cx="7726319" cy="662760"/>
          </a:xfrm>
          <a:prstGeom prst="rect">
            <a:avLst/>
          </a:prstGeom>
          <a:noFill/>
          <a:ln>
            <a:noFill/>
          </a:ln>
        </p:spPr>
      </p:pic>
      <p:pic>
        <p:nvPicPr>
          <p:cNvPr id="5" name="Picture 4">
            <a:extLst>
              <a:ext uri="{FF2B5EF4-FFF2-40B4-BE49-F238E27FC236}">
                <a16:creationId xmlns:a16="http://schemas.microsoft.com/office/drawing/2014/main" id="{04735C2A-AF87-4BF1-9F12-4DB186460538}"/>
              </a:ext>
            </a:extLst>
          </p:cNvPr>
          <p:cNvPicPr>
            <a:picLocks noChangeAspect="1"/>
          </p:cNvPicPr>
          <p:nvPr/>
        </p:nvPicPr>
        <p:blipFill>
          <a:blip r:embed="rId4">
            <a:lum/>
            <a:alphaModFix/>
          </a:blip>
          <a:srcRect/>
          <a:stretch>
            <a:fillRect/>
          </a:stretch>
        </p:blipFill>
        <p:spPr>
          <a:xfrm>
            <a:off x="3686759" y="4427279"/>
            <a:ext cx="1820880" cy="24336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1C07-EAD8-4BB9-90FE-52219D1B0F5A}"/>
              </a:ext>
            </a:extLst>
          </p:cNvPr>
          <p:cNvSpPr txBox="1">
            <a:spLocks noGrp="1"/>
          </p:cNvSpPr>
          <p:nvPr>
            <p:ph type="title" idx="4294967295"/>
          </p:nvPr>
        </p:nvSpPr>
        <p:spPr/>
        <p:txBody>
          <a:bodyPr vert="horz"/>
          <a:lstStyle/>
          <a:p>
            <a:pPr lvl="0" rtl="0"/>
            <a:r>
              <a:rPr lang="en-GB"/>
              <a:t>Strings</a:t>
            </a:r>
          </a:p>
        </p:txBody>
      </p:sp>
      <p:sp>
        <p:nvSpPr>
          <p:cNvPr id="3" name="Text Placeholder 2">
            <a:extLst>
              <a:ext uri="{FF2B5EF4-FFF2-40B4-BE49-F238E27FC236}">
                <a16:creationId xmlns:a16="http://schemas.microsoft.com/office/drawing/2014/main" id="{ECD015E7-2498-4175-AF2B-49D2A07F922E}"/>
              </a:ext>
            </a:extLst>
          </p:cNvPr>
          <p:cNvSpPr txBox="1">
            <a:spLocks noGrp="1"/>
          </p:cNvSpPr>
          <p:nvPr>
            <p:ph type="body" idx="4294967295"/>
          </p:nvPr>
        </p:nvSpPr>
        <p:spPr/>
        <p:txBody>
          <a:bodyPr vert="horz"/>
          <a:lstStyle/>
          <a:p>
            <a:pPr lvl="0" rtl="0">
              <a:buSzPct val="45000"/>
              <a:buFont typeface="StarSymbol"/>
              <a:buChar char="●"/>
            </a:pPr>
            <a:r>
              <a:rPr lang="en-GB"/>
              <a:t>Strings store an array of characters (this will make more sense later)</a:t>
            </a:r>
          </a:p>
          <a:p>
            <a:pPr lvl="0" rtl="0">
              <a:buSzPct val="45000"/>
              <a:buFont typeface="StarSymbol"/>
              <a:buChar char="●"/>
            </a:pPr>
            <a:r>
              <a:rPr lang="en-GB"/>
              <a:t>i.e. a name “William” or a word “Hello”</a:t>
            </a:r>
          </a:p>
          <a:p>
            <a:pPr lvl="0" rtl="0">
              <a:buSzPct val="45000"/>
              <a:buFont typeface="StarSymbol"/>
              <a:buChar char="●"/>
            </a:pPr>
            <a:r>
              <a:rPr lang="en-GB"/>
              <a:t>In Python, strings can be defined with either double-quotation marks “ or single quotation marks ‘</a:t>
            </a:r>
          </a:p>
          <a:p>
            <a:pPr lvl="0" rtl="0">
              <a:buSzPct val="45000"/>
              <a:buFont typeface="StarSymbol"/>
              <a:buChar char="●"/>
            </a:pPr>
            <a:r>
              <a:rPr lang="en-GB"/>
              <a:t>If your outer string is written with single quotation marks – it can contain double quotation marks, and vice versa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E2BF-FB80-4BE8-876C-A2A8F5EC3C99}"/>
              </a:ext>
            </a:extLst>
          </p:cNvPr>
          <p:cNvSpPr txBox="1">
            <a:spLocks noGrp="1"/>
          </p:cNvSpPr>
          <p:nvPr>
            <p:ph type="title" idx="4294967295"/>
          </p:nvPr>
        </p:nvSpPr>
        <p:spPr/>
        <p:txBody>
          <a:bodyPr vert="horz"/>
          <a:lstStyle/>
          <a:p>
            <a:pPr lvl="0" rtl="0"/>
            <a:r>
              <a:rPr lang="en-GB"/>
              <a:t>Literal strings and newlines</a:t>
            </a:r>
          </a:p>
        </p:txBody>
      </p:sp>
      <p:sp>
        <p:nvSpPr>
          <p:cNvPr id="3" name="Text Placeholder 2">
            <a:extLst>
              <a:ext uri="{FF2B5EF4-FFF2-40B4-BE49-F238E27FC236}">
                <a16:creationId xmlns:a16="http://schemas.microsoft.com/office/drawing/2014/main" id="{B910B837-3B29-4D63-876A-0FB2968894C6}"/>
              </a:ext>
            </a:extLst>
          </p:cNvPr>
          <p:cNvSpPr txBox="1">
            <a:spLocks noGrp="1"/>
          </p:cNvSpPr>
          <p:nvPr>
            <p:ph type="body" idx="4294967295"/>
          </p:nvPr>
        </p:nvSpPr>
        <p:spPr/>
        <p:txBody>
          <a:bodyPr vert="horz">
            <a:normAutofit fontScale="92500" lnSpcReduction="10000"/>
          </a:bodyPr>
          <a:lstStyle/>
          <a:p>
            <a:pPr lvl="0" rtl="0">
              <a:buSzPct val="45000"/>
              <a:buFont typeface="StarSymbol"/>
              <a:buChar char="●"/>
            </a:pPr>
            <a:r>
              <a:rPr lang="en-GB"/>
              <a:t>In programming, with strings, everything that text can do has to be represented by characters</a:t>
            </a:r>
          </a:p>
          <a:p>
            <a:pPr lvl="0" rtl="0">
              <a:buSzPct val="45000"/>
              <a:buFont typeface="StarSymbol"/>
              <a:buChar char="●"/>
            </a:pPr>
            <a:r>
              <a:rPr lang="en-GB"/>
              <a:t>Some of these characters are visible, some are not</a:t>
            </a:r>
          </a:p>
          <a:p>
            <a:pPr lvl="0" rtl="0">
              <a:buSzPct val="45000"/>
              <a:buFont typeface="StarSymbol"/>
              <a:buChar char="●"/>
            </a:pPr>
            <a:r>
              <a:rPr lang="en-GB"/>
              <a:t>Generally speaking invisible characters are represented with a “sescape character”, a \ followed by a character that tells python which invisible character you want</a:t>
            </a:r>
          </a:p>
          <a:p>
            <a:pPr lvl="0" rtl="0">
              <a:buSzPct val="45000"/>
              <a:buFont typeface="StarSymbol"/>
              <a:buChar char="●"/>
            </a:pPr>
            <a:r>
              <a:rPr lang="en-GB"/>
              <a:t>i.e. \t is a tab, \n is a newline</a:t>
            </a:r>
          </a:p>
          <a:p>
            <a:pPr lvl="0" rtl="0">
              <a:buSzPct val="45000"/>
              <a:buFont typeface="StarSymbol"/>
              <a:buChar char="●"/>
            </a:pPr>
            <a:r>
              <a:rPr lang="en-GB"/>
              <a:t>An alternative is to use a literal string – these are contained by triple quotation marks (single or double) and pass through everything in them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D17A9-6008-4C78-A8D0-46D065B92642}"/>
              </a:ext>
            </a:extLst>
          </p:cNvPr>
          <p:cNvSpPr txBox="1">
            <a:spLocks noGrp="1"/>
          </p:cNvSpPr>
          <p:nvPr>
            <p:ph type="title" idx="4294967295"/>
          </p:nvPr>
        </p:nvSpPr>
        <p:spPr/>
        <p:txBody>
          <a:bodyPr vert="horz"/>
          <a:lstStyle/>
          <a:p>
            <a:pPr lvl="0" rtl="0"/>
            <a:r>
              <a:rPr lang="en-GB"/>
              <a:t>F strings</a:t>
            </a:r>
          </a:p>
        </p:txBody>
      </p:sp>
      <p:sp>
        <p:nvSpPr>
          <p:cNvPr id="3" name="Text Placeholder 2">
            <a:extLst>
              <a:ext uri="{FF2B5EF4-FFF2-40B4-BE49-F238E27FC236}">
                <a16:creationId xmlns:a16="http://schemas.microsoft.com/office/drawing/2014/main" id="{A5A7A088-90A6-42FF-9697-6DBBA5B29649}"/>
              </a:ext>
            </a:extLst>
          </p:cNvPr>
          <p:cNvSpPr txBox="1">
            <a:spLocks noGrp="1"/>
          </p:cNvSpPr>
          <p:nvPr>
            <p:ph type="body" idx="4294967295"/>
          </p:nvPr>
        </p:nvSpPr>
        <p:spPr/>
        <p:txBody>
          <a:bodyPr vert="horz"/>
          <a:lstStyle/>
          <a:p>
            <a:pPr lvl="0" rtl="0">
              <a:buSzPct val="45000"/>
              <a:buFont typeface="StarSymbol"/>
              <a:buChar char="●"/>
            </a:pPr>
            <a:r>
              <a:rPr lang="en-GB"/>
              <a:t>As of python 3.6 we have a handy way to insert other variables into a string to be printed out</a:t>
            </a:r>
          </a:p>
          <a:p>
            <a:pPr lvl="0" rtl="0">
              <a:buSzPct val="45000"/>
              <a:buFont typeface="StarSymbol"/>
              <a:buChar char="●"/>
            </a:pPr>
            <a:r>
              <a:rPr lang="en-GB"/>
              <a:t>If we prepend a ‘f’ to the string (put it on the front) we can then within the string include variables and python expressions within curly braces</a:t>
            </a:r>
          </a:p>
        </p:txBody>
      </p:sp>
      <p:pic>
        <p:nvPicPr>
          <p:cNvPr id="4" name="Picture 3">
            <a:extLst>
              <a:ext uri="{FF2B5EF4-FFF2-40B4-BE49-F238E27FC236}">
                <a16:creationId xmlns:a16="http://schemas.microsoft.com/office/drawing/2014/main" id="{515E8903-DBD0-43D8-880C-CB1C9F36B846}"/>
              </a:ext>
            </a:extLst>
          </p:cNvPr>
          <p:cNvPicPr>
            <a:picLocks noChangeAspect="1"/>
          </p:cNvPicPr>
          <p:nvPr/>
        </p:nvPicPr>
        <p:blipFill>
          <a:blip r:embed="rId3">
            <a:lum/>
            <a:alphaModFix/>
          </a:blip>
          <a:srcRect/>
          <a:stretch>
            <a:fillRect/>
          </a:stretch>
        </p:blipFill>
        <p:spPr>
          <a:xfrm>
            <a:off x="855719" y="3342600"/>
            <a:ext cx="6164280" cy="1036079"/>
          </a:xfrm>
          <a:prstGeom prst="rect">
            <a:avLst/>
          </a:prstGeom>
          <a:noFill/>
          <a:ln>
            <a:noFill/>
          </a:ln>
        </p:spPr>
      </p:pic>
      <p:pic>
        <p:nvPicPr>
          <p:cNvPr id="5" name="Picture 4">
            <a:extLst>
              <a:ext uri="{FF2B5EF4-FFF2-40B4-BE49-F238E27FC236}">
                <a16:creationId xmlns:a16="http://schemas.microsoft.com/office/drawing/2014/main" id="{C748B3E5-19A9-426A-8D17-53D683B34B80}"/>
              </a:ext>
            </a:extLst>
          </p:cNvPr>
          <p:cNvPicPr>
            <a:picLocks noChangeAspect="1"/>
          </p:cNvPicPr>
          <p:nvPr/>
        </p:nvPicPr>
        <p:blipFill>
          <a:blip r:embed="rId4">
            <a:lum/>
            <a:alphaModFix/>
          </a:blip>
          <a:srcRect/>
          <a:stretch>
            <a:fillRect/>
          </a:stretch>
        </p:blipFill>
        <p:spPr>
          <a:xfrm>
            <a:off x="2116440" y="4452840"/>
            <a:ext cx="2940840" cy="1976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399AD-925D-45BB-A290-CA827CC8A5A8}"/>
              </a:ext>
            </a:extLst>
          </p:cNvPr>
          <p:cNvSpPr txBox="1">
            <a:spLocks noGrp="1"/>
          </p:cNvSpPr>
          <p:nvPr>
            <p:ph type="title" idx="4294967295"/>
          </p:nvPr>
        </p:nvSpPr>
        <p:spPr/>
        <p:txBody>
          <a:bodyPr vert="horz"/>
          <a:lstStyle/>
          <a:p>
            <a:pPr lvl="0" rtl="0"/>
            <a:r>
              <a:rPr lang="en-GB"/>
              <a:t>Boolean</a:t>
            </a:r>
          </a:p>
        </p:txBody>
      </p:sp>
      <p:sp>
        <p:nvSpPr>
          <p:cNvPr id="3" name="Text Placeholder 2">
            <a:extLst>
              <a:ext uri="{FF2B5EF4-FFF2-40B4-BE49-F238E27FC236}">
                <a16:creationId xmlns:a16="http://schemas.microsoft.com/office/drawing/2014/main" id="{22B07121-2961-47DD-8E59-59749DABD14F}"/>
              </a:ext>
            </a:extLst>
          </p:cNvPr>
          <p:cNvSpPr txBox="1">
            <a:spLocks noGrp="1"/>
          </p:cNvSpPr>
          <p:nvPr>
            <p:ph type="body" idx="4294967295"/>
          </p:nvPr>
        </p:nvSpPr>
        <p:spPr/>
        <p:txBody>
          <a:bodyPr vert="horz"/>
          <a:lstStyle/>
          <a:p>
            <a:pPr lvl="0" rtl="0">
              <a:buSzPct val="45000"/>
              <a:buFont typeface="StarSymbol"/>
              <a:buChar char="●"/>
            </a:pPr>
            <a:r>
              <a:rPr lang="en-GB"/>
              <a:t>Booleans store either “True” or “False”</a:t>
            </a:r>
          </a:p>
          <a:p>
            <a:pPr lvl="0" rtl="0">
              <a:buSzPct val="45000"/>
              <a:buFont typeface="StarSymbol"/>
              <a:buChar char="●"/>
            </a:pPr>
            <a:r>
              <a:rPr lang="en-GB"/>
              <a:t>They are an efficient way to store a value which is true or false, and also represent the type behind the built in Python keywords “True” and “False”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FF065-98BC-493B-A4B3-AEC2F6E9351B}"/>
              </a:ext>
            </a:extLst>
          </p:cNvPr>
          <p:cNvSpPr txBox="1">
            <a:spLocks noGrp="1"/>
          </p:cNvSpPr>
          <p:nvPr>
            <p:ph type="title" idx="4294967295"/>
          </p:nvPr>
        </p:nvSpPr>
        <p:spPr/>
        <p:txBody>
          <a:bodyPr vert="horz"/>
          <a:lstStyle/>
          <a:p>
            <a:pPr lvl="0" rtl="0"/>
            <a:r>
              <a:rPr lang="en-GB"/>
              <a:t>Variable Naming</a:t>
            </a:r>
          </a:p>
        </p:txBody>
      </p:sp>
      <p:sp>
        <p:nvSpPr>
          <p:cNvPr id="3" name="Text Placeholder 2">
            <a:extLst>
              <a:ext uri="{FF2B5EF4-FFF2-40B4-BE49-F238E27FC236}">
                <a16:creationId xmlns:a16="http://schemas.microsoft.com/office/drawing/2014/main" id="{27475FBE-FE32-4BDA-901D-882F9DB2E22E}"/>
              </a:ext>
            </a:extLst>
          </p:cNvPr>
          <p:cNvSpPr txBox="1">
            <a:spLocks noGrp="1"/>
          </p:cNvSpPr>
          <p:nvPr>
            <p:ph type="body" idx="4294967295"/>
          </p:nvPr>
        </p:nvSpPr>
        <p:spPr/>
        <p:txBody>
          <a:bodyPr vert="horz">
            <a:normAutofit fontScale="92500" lnSpcReduction="10000"/>
          </a:bodyPr>
          <a:lstStyle/>
          <a:p>
            <a:pPr lvl="0" rtl="0">
              <a:buSzPct val="45000"/>
              <a:buFont typeface="StarSymbol"/>
              <a:buChar char="●"/>
            </a:pPr>
            <a:r>
              <a:rPr lang="en-GB"/>
              <a:t>Variables need to have a name – so you can access them from within your code</a:t>
            </a:r>
          </a:p>
          <a:p>
            <a:pPr lvl="0" rtl="0">
              <a:buSzPct val="45000"/>
              <a:buFont typeface="StarSymbol"/>
              <a:buChar char="●"/>
            </a:pPr>
            <a:r>
              <a:rPr lang="en-GB"/>
              <a:t>There are a few rules about how they may be named</a:t>
            </a:r>
          </a:p>
          <a:p>
            <a:pPr marL="0" lvl="1" indent="0" hangingPunct="0">
              <a:spcBef>
                <a:spcPts val="1060"/>
              </a:spcBef>
              <a:buSzPct val="75000"/>
              <a:buFont typeface="StarSymbol"/>
              <a:buChar char="–"/>
            </a:pPr>
            <a:r>
              <a:rPr lang="en-GB">
                <a:highlight>
                  <a:scrgbClr r="0" g="0" b="0">
                    <a:alpha val="0"/>
                  </a:scrgbClr>
                </a:highlight>
                <a:latin typeface="Liberation Sans" pitchFamily="18"/>
              </a:rPr>
              <a:t>A variable name may only contain letters (A-Z and a-z), numbers (0-9) and underscores ( _ )</a:t>
            </a:r>
          </a:p>
          <a:p>
            <a:pPr marL="0" lvl="1" indent="0" hangingPunct="0">
              <a:spcBef>
                <a:spcPts val="1060"/>
              </a:spcBef>
              <a:buSzPct val="75000"/>
              <a:buFont typeface="StarSymbol"/>
              <a:buChar char="–"/>
            </a:pPr>
            <a:r>
              <a:rPr lang="en-GB">
                <a:highlight>
                  <a:scrgbClr r="0" g="0" b="0">
                    <a:alpha val="0"/>
                  </a:scrgbClr>
                </a:highlight>
                <a:latin typeface="Liberation Sans" pitchFamily="18"/>
              </a:rPr>
              <a:t>A variable name may not start with a number</a:t>
            </a:r>
          </a:p>
          <a:p>
            <a:pPr marL="0" lvl="1" indent="0" hangingPunct="0">
              <a:spcBef>
                <a:spcPts val="1060"/>
              </a:spcBef>
              <a:buSzPct val="75000"/>
              <a:buFont typeface="StarSymbol"/>
              <a:buChar char="–"/>
            </a:pPr>
            <a:r>
              <a:rPr lang="en-GB">
                <a:highlight>
                  <a:scrgbClr r="0" g="0" b="0">
                    <a:alpha val="0"/>
                  </a:scrgbClr>
                </a:highlight>
                <a:latin typeface="Liberation Sans" pitchFamily="18"/>
              </a:rPr>
              <a:t>Variable names are case sensitive, i.e.</a:t>
            </a:r>
          </a:p>
          <a:p>
            <a:pPr marL="0" lvl="2" indent="0" hangingPunct="0">
              <a:spcBef>
                <a:spcPts val="1060"/>
              </a:spcBef>
              <a:buSzPct val="45000"/>
              <a:buFont typeface="StarSymbol"/>
              <a:buChar char="●"/>
            </a:pPr>
            <a:r>
              <a:rPr lang="en-GB" sz="2400">
                <a:highlight>
                  <a:scrgbClr r="0" g="0" b="0">
                    <a:alpha val="0"/>
                  </a:scrgbClr>
                </a:highlight>
                <a:latin typeface="Liberation Sans" pitchFamily="18"/>
              </a:rPr>
              <a:t>MY_VARIABLE and my_variable are </a:t>
            </a:r>
            <a:r>
              <a:rPr lang="en-GB" sz="2400" i="1">
                <a:highlight>
                  <a:scrgbClr r="0" g="0" b="0">
                    <a:alpha val="0"/>
                  </a:scrgbClr>
                </a:highlight>
                <a:latin typeface="Liberation Sans" pitchFamily="18"/>
              </a:rPr>
              <a:t>different</a:t>
            </a:r>
            <a:r>
              <a:rPr lang="en-GB" sz="2400">
                <a:highlight>
                  <a:scrgbClr r="0" g="0" b="0">
                    <a:alpha val="0"/>
                  </a:scrgbClr>
                </a:highlight>
                <a:latin typeface="Liberation Sans" pitchFamily="18"/>
              </a:rPr>
              <a:t> variable names, as are My_variable and my_variablE – and all four are different from each other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ge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CC27-3F18-4002-9FDF-90931DD5BFAC}"/>
              </a:ext>
            </a:extLst>
          </p:cNvPr>
          <p:cNvSpPr txBox="1">
            <a:spLocks noGrp="1"/>
          </p:cNvSpPr>
          <p:nvPr>
            <p:ph type="title" idx="4294967295"/>
          </p:nvPr>
        </p:nvSpPr>
        <p:spPr/>
        <p:txBody>
          <a:bodyPr vert="horz"/>
          <a:lstStyle/>
          <a:p>
            <a:pPr lvl="0" rtl="0"/>
            <a:r>
              <a:rPr lang="en-GB"/>
              <a:t>Scope</a:t>
            </a:r>
          </a:p>
        </p:txBody>
      </p:sp>
      <p:sp>
        <p:nvSpPr>
          <p:cNvPr id="3" name="Text Placeholder 2">
            <a:extLst>
              <a:ext uri="{FF2B5EF4-FFF2-40B4-BE49-F238E27FC236}">
                <a16:creationId xmlns:a16="http://schemas.microsoft.com/office/drawing/2014/main" id="{D43DE712-09E3-4C83-903D-E5D7CC1FBDA2}"/>
              </a:ext>
            </a:extLst>
          </p:cNvPr>
          <p:cNvSpPr txBox="1">
            <a:spLocks noGrp="1"/>
          </p:cNvSpPr>
          <p:nvPr>
            <p:ph type="body" idx="4294967295"/>
          </p:nvPr>
        </p:nvSpPr>
        <p:spPr/>
        <p:txBody>
          <a:bodyPr vert="horz">
            <a:normAutofit fontScale="92500"/>
          </a:bodyPr>
          <a:lstStyle/>
          <a:p>
            <a:pPr lvl="0" rtl="0">
              <a:buSzPct val="45000"/>
              <a:buFont typeface="StarSymbol"/>
              <a:buChar char="●"/>
            </a:pPr>
            <a:r>
              <a:rPr lang="en-GB" dirty="0"/>
              <a:t>Scope is linked to variables, a variables scope is the places it exists in</a:t>
            </a:r>
          </a:p>
          <a:p>
            <a:pPr lvl="0" rtl="0">
              <a:buSzPct val="45000"/>
              <a:buFont typeface="StarSymbol"/>
              <a:buChar char="●"/>
            </a:pPr>
            <a:r>
              <a:rPr lang="en-GB" dirty="0"/>
              <a:t>When you create a variable in a function in Python, it exists locally within that function only</a:t>
            </a:r>
          </a:p>
          <a:p>
            <a:pPr lvl="0" rtl="0">
              <a:buSzPct val="45000"/>
              <a:buFont typeface="StarSymbol"/>
              <a:buChar char="●"/>
            </a:pPr>
            <a:r>
              <a:rPr lang="en-GB" dirty="0"/>
              <a:t>When you create it outside of a function it is “global”</a:t>
            </a:r>
          </a:p>
          <a:p>
            <a:pPr lvl="0" rtl="0">
              <a:buSzPct val="45000"/>
              <a:buFont typeface="StarSymbol"/>
              <a:buChar char="●"/>
            </a:pPr>
            <a:r>
              <a:rPr lang="en-GB" dirty="0"/>
              <a:t>So a variable created in a function is available inside that function only – not in the outer scope. A variable created in the global scope can be accessed – with some additional syntax – throughout </a:t>
            </a:r>
            <a:r>
              <a:rPr lang="en-GB"/>
              <a:t>the program</a:t>
            </a: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1D613-0BAE-49A5-816F-23E9AAF96C81}"/>
              </a:ext>
            </a:extLst>
          </p:cNvPr>
          <p:cNvSpPr txBox="1">
            <a:spLocks noGrp="1"/>
          </p:cNvSpPr>
          <p:nvPr>
            <p:ph type="title" idx="4294967295"/>
          </p:nvPr>
        </p:nvSpPr>
        <p:spPr/>
        <p:txBody>
          <a:bodyPr vert="horz"/>
          <a:lstStyle/>
          <a:p>
            <a:pPr lvl="0" rtl="0"/>
            <a:r>
              <a:rPr lang="en-GB"/>
              <a:t>Tutorial</a:t>
            </a:r>
          </a:p>
        </p:txBody>
      </p:sp>
      <p:sp>
        <p:nvSpPr>
          <p:cNvPr id="3" name="Text Placeholder 2">
            <a:extLst>
              <a:ext uri="{FF2B5EF4-FFF2-40B4-BE49-F238E27FC236}">
                <a16:creationId xmlns:a16="http://schemas.microsoft.com/office/drawing/2014/main" id="{04EFA0E4-B828-4966-927F-EF6D2DECFAFB}"/>
              </a:ext>
            </a:extLst>
          </p:cNvPr>
          <p:cNvSpPr txBox="1">
            <a:spLocks noGrp="1"/>
          </p:cNvSpPr>
          <p:nvPr>
            <p:ph type="body" idx="4294967295"/>
          </p:nvPr>
        </p:nvSpPr>
        <p:spPr/>
        <p:txBody>
          <a:bodyPr vert="horz">
            <a:normAutofit/>
          </a:bodyPr>
          <a:lstStyle/>
          <a:p>
            <a:pPr marL="342900" lvl="0" indent="-342900" rtl="0">
              <a:buSzPct val="45000"/>
              <a:buFont typeface="Arial" panose="020B0604020202020204" pitchFamily="34" charset="0"/>
              <a:buChar char="•"/>
            </a:pPr>
            <a:r>
              <a:rPr lang="en-GB" dirty="0"/>
              <a:t>Follow along with the live-coding exercise, setting up Python, and exploring some of the different ways you can code in python</a:t>
            </a:r>
          </a:p>
          <a:p>
            <a:pPr marL="342900" lvl="0" indent="-342900" rtl="0">
              <a:buSzPct val="45000"/>
              <a:buFont typeface="Arial" panose="020B0604020202020204" pitchFamily="34" charset="0"/>
              <a:buChar char="•"/>
            </a:pPr>
            <a:r>
              <a:rPr lang="en-GB" dirty="0"/>
              <a:t>Take your hello world program from before, and change it to read “Hello” and then your name</a:t>
            </a:r>
          </a:p>
          <a:p>
            <a:pPr marL="342900" lvl="0" indent="-342900" rtl="0">
              <a:buSzPct val="45000"/>
              <a:buFont typeface="Arial" panose="020B0604020202020204" pitchFamily="34" charset="0"/>
              <a:buChar char="•"/>
            </a:pPr>
            <a:r>
              <a:rPr lang="en-GB" dirty="0"/>
              <a:t>Now try to change this so that you can build different sentences variables that are set as your </a:t>
            </a:r>
            <a:r>
              <a:rPr lang="en-GB"/>
              <a:t>program runs</a:t>
            </a:r>
            <a:endParaRPr lang="en-GB" dirty="0"/>
          </a:p>
          <a:p>
            <a:pPr lvl="0" rtl="0">
              <a:buSzPct val="45000"/>
              <a:buFont typeface="StarSymbol"/>
              <a:buChar char="●"/>
            </a:pPr>
            <a:endParaRPr lang="en-GB" dirty="0"/>
          </a:p>
        </p:txBody>
      </p:sp>
    </p:spTree>
  </p:cSld>
  <p:clrMapOvr>
    <a:masterClrMapping/>
  </p:clrMapOvr>
</p:sld>
</file>

<file path=ppt/theme/theme1.xml><?xml version="1.0" encoding="utf-8"?>
<a:theme xmlns:a="http://schemas.openxmlformats.org/drawingml/2006/main" name="Blueprint Plan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and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lueprint Plans-4: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tandard-4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1738</Words>
  <Application>Microsoft Office PowerPoint</Application>
  <PresentationFormat>Custom</PresentationFormat>
  <Paragraphs>141</Paragraphs>
  <Slides>24</Slides>
  <Notes>24</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24</vt:i4>
      </vt:variant>
    </vt:vector>
  </HeadingPairs>
  <TitlesOfParts>
    <vt:vector size="32" baseType="lpstr">
      <vt:lpstr>Arial</vt:lpstr>
      <vt:lpstr>Calibri</vt:lpstr>
      <vt:lpstr>Liberation Sans</vt:lpstr>
      <vt:lpstr>StarSymbol</vt:lpstr>
      <vt:lpstr>Blueprint Plans</vt:lpstr>
      <vt:lpstr>Standard</vt:lpstr>
      <vt:lpstr>Blueprint Plans-4:3</vt:lpstr>
      <vt:lpstr>Standard-43</vt:lpstr>
      <vt:lpstr>CT7201 Python Notebooks and Scripting</vt:lpstr>
      <vt:lpstr>What is a computer?</vt:lpstr>
      <vt:lpstr>So what is a computer?</vt:lpstr>
      <vt:lpstr>What is Python?</vt:lpstr>
      <vt:lpstr>High level?</vt:lpstr>
      <vt:lpstr>Why the split?</vt:lpstr>
      <vt:lpstr>Translation?</vt:lpstr>
      <vt:lpstr>How does this affect speed?</vt:lpstr>
      <vt:lpstr>So why Python?</vt:lpstr>
      <vt:lpstr>Okay – so how do we use Python?</vt:lpstr>
      <vt:lpstr>Jupyter Notebooks</vt:lpstr>
      <vt:lpstr>What do we learn in those exercises?</vt:lpstr>
      <vt:lpstr>What does it mean?</vt:lpstr>
      <vt:lpstr>Indented vs Unindented</vt:lpstr>
      <vt:lpstr>Variables in Python</vt:lpstr>
      <vt:lpstr>Integers</vt:lpstr>
      <vt:lpstr>Floats</vt:lpstr>
      <vt:lpstr>Strings</vt:lpstr>
      <vt:lpstr>Literal strings and newlines</vt:lpstr>
      <vt:lpstr>F strings</vt:lpstr>
      <vt:lpstr>Boolean</vt:lpstr>
      <vt:lpstr>Variable Naming</vt:lpstr>
      <vt:lpstr>Scope</vt:lpstr>
      <vt:lpstr>Tutorial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Blueprint Plans</dc:title>
  <dc:creator>William Sayers</dc:creator>
  <cp:lastModifiedBy>William Sayers</cp:lastModifiedBy>
  <cp:revision>15</cp:revision>
  <dcterms:created xsi:type="dcterms:W3CDTF">2020-12-27T17:30:23Z</dcterms:created>
  <dcterms:modified xsi:type="dcterms:W3CDTF">2022-01-19T21:14:06Z</dcterms:modified>
</cp:coreProperties>
</file>