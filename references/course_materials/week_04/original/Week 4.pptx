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2.xml" ContentType="application/vnd.openxmlformats-officedocument.presentationml.notesSlide+xml"/>
  <Override PartName="/ppt/ink/ink15.xml" ContentType="application/inkml+xml"/>
  <Override PartName="/ppt/notesSlides/notesSlide3.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84" r:id="rId3"/>
  </p:sldMasterIdLst>
  <p:notesMasterIdLst>
    <p:notesMasterId r:id="rId30"/>
  </p:notesMasterIdLst>
  <p:handoutMasterIdLst>
    <p:handoutMasterId r:id="rId31"/>
  </p:handoutMasterIdLst>
  <p:sldIdLst>
    <p:sldId id="256" r:id="rId4"/>
    <p:sldId id="258" r:id="rId5"/>
    <p:sldId id="259" r:id="rId6"/>
    <p:sldId id="257" r:id="rId7"/>
    <p:sldId id="263" r:id="rId8"/>
    <p:sldId id="260" r:id="rId9"/>
    <p:sldId id="261" r:id="rId10"/>
    <p:sldId id="262" r:id="rId11"/>
    <p:sldId id="265" r:id="rId12"/>
    <p:sldId id="266" r:id="rId13"/>
    <p:sldId id="267" r:id="rId14"/>
    <p:sldId id="264"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44EE777-4E55-4A2D-A347-449C533802BB}" styleName="">
    <a:wholeTbl>
      <a:tcStyle>
        <a:tcBdr/>
      </a:tcStyle>
    </a:wholeTbl>
    <a:band1H>
      <a:tcStyle>
        <a:tcBdr/>
      </a:tcStyle>
    </a:band1H>
    <a:band1V>
      <a:tcStyle>
        <a:tcBdr/>
      </a:tcStyle>
    </a:band1V>
    <a:lastCol>
      <a:tcStyle>
        <a:tcBdr/>
      </a:tcStyle>
    </a:lastCol>
    <a:firstCol>
      <a:tcStyle>
        <a:tcBdr/>
      </a:tcStyle>
    </a:firstCol>
    <a:lastRow>
      <a:tcStyle>
        <a:tcBdr/>
      </a:tcStyle>
    </a:lastRow>
    <a:firstRow>
      <a:tcStyle>
        <a:tcBdr/>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9BD3A5B-846E-4566-BA67-87D6B4138B5C}"/>
              </a:ext>
            </a:extLst>
          </p:cNvPr>
          <p:cNvSpPr txBox="1">
            <a:spLocks noGrp="1"/>
          </p:cNvSpPr>
          <p:nvPr>
            <p:ph type="hdr" sz="quarter"/>
          </p:nvPr>
        </p:nvSpPr>
        <p:spPr>
          <a:xfrm>
            <a:off x="0" y="0"/>
            <a:ext cx="3280680" cy="534240"/>
          </a:xfrm>
          <a:prstGeom prst="rect">
            <a:avLst/>
          </a:prstGeom>
          <a:noFill/>
          <a:ln>
            <a:noFill/>
          </a:ln>
        </p:spPr>
        <p:txBody>
          <a:bodyPr vert="horz" wrap="none" lIns="90000" tIns="45000" rIns="90000" bIns="45000" anchorCtr="0" compatLnSpc="0">
            <a:noAutofit/>
          </a:bodyPr>
          <a:lstStyle/>
          <a:p>
            <a:pPr marL="0" marR="0" lvl="0" indent="0" algn="ctr" rtl="0" hangingPunct="0">
              <a:lnSpc>
                <a:spcPct val="100000"/>
              </a:lnSpc>
              <a:spcBef>
                <a:spcPts val="0"/>
              </a:spcBef>
              <a:spcAft>
                <a:spcPts val="0"/>
              </a:spcAft>
              <a:buNone/>
              <a:tabLst/>
              <a:defRPr sz="1400"/>
            </a:pPr>
            <a:endParaRPr lang="en-GB" sz="1400" b="0" i="0" u="none" strike="noStrike" kern="1200" cap="none">
              <a:ln>
                <a:noFill/>
              </a:ln>
              <a:solidFill>
                <a:srgbClr val="000000"/>
              </a:solidFill>
              <a:latin typeface="Liberation Sans" pitchFamily="18"/>
              <a:ea typeface="DejaVu Sans" pitchFamily="2"/>
              <a:cs typeface="DejaVu Sans" pitchFamily="2"/>
            </a:endParaRPr>
          </a:p>
        </p:txBody>
      </p:sp>
      <p:sp>
        <p:nvSpPr>
          <p:cNvPr id="3" name="Date Placeholder 2">
            <a:extLst>
              <a:ext uri="{FF2B5EF4-FFF2-40B4-BE49-F238E27FC236}">
                <a16:creationId xmlns:a16="http://schemas.microsoft.com/office/drawing/2014/main" id="{A22645F5-0367-48A5-9559-22FA220078B5}"/>
              </a:ext>
            </a:extLst>
          </p:cNvPr>
          <p:cNvSpPr txBox="1">
            <a:spLocks noGrp="1"/>
          </p:cNvSpPr>
          <p:nvPr>
            <p:ph type="dt" sz="quarter" idx="1"/>
          </p:nvPr>
        </p:nvSpPr>
        <p:spPr>
          <a:xfrm>
            <a:off x="4278960" y="0"/>
            <a:ext cx="3280680" cy="534240"/>
          </a:xfrm>
          <a:prstGeom prst="rect">
            <a:avLst/>
          </a:prstGeom>
          <a:noFill/>
          <a:ln>
            <a:noFill/>
          </a:ln>
        </p:spPr>
        <p:txBody>
          <a:bodyPr vert="horz" wrap="non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GB" sz="1400" b="0" i="0" u="none" strike="noStrike" kern="1200" cap="none">
              <a:ln>
                <a:noFill/>
              </a:ln>
              <a:solidFill>
                <a:srgbClr val="000000"/>
              </a:solidFill>
              <a:latin typeface="Liberation Sans" pitchFamily="18"/>
              <a:ea typeface="DejaVu Sans" pitchFamily="2"/>
              <a:cs typeface="DejaVu Sans" pitchFamily="2"/>
            </a:endParaRPr>
          </a:p>
        </p:txBody>
      </p:sp>
      <p:sp>
        <p:nvSpPr>
          <p:cNvPr id="4" name="Footer Placeholder 3">
            <a:extLst>
              <a:ext uri="{FF2B5EF4-FFF2-40B4-BE49-F238E27FC236}">
                <a16:creationId xmlns:a16="http://schemas.microsoft.com/office/drawing/2014/main" id="{472478E0-C98C-4EF9-973E-F9C7161FE2CB}"/>
              </a:ext>
            </a:extLst>
          </p:cNvPr>
          <p:cNvSpPr txBox="1">
            <a:spLocks noGrp="1"/>
          </p:cNvSpPr>
          <p:nvPr>
            <p:ph type="ftr" sz="quarter" idx="2"/>
          </p:nvPr>
        </p:nvSpPr>
        <p:spPr>
          <a:xfrm>
            <a:off x="0" y="10157400"/>
            <a:ext cx="3280680" cy="534240"/>
          </a:xfrm>
          <a:prstGeom prst="rect">
            <a:avLst/>
          </a:prstGeom>
          <a:noFill/>
          <a:ln>
            <a:noFill/>
          </a:ln>
        </p:spPr>
        <p:txBody>
          <a:bodyPr vert="horz" wrap="none" lIns="90000" tIns="45000" rIns="90000" bIns="45000" anchor="b" anchorCtr="0" compatLnSpc="0">
            <a:noAutofit/>
          </a:bodyPr>
          <a:lstStyle/>
          <a:p>
            <a:pPr marL="0" marR="0" lvl="0" indent="0" algn="ctr" rtl="0" hangingPunct="0">
              <a:lnSpc>
                <a:spcPct val="100000"/>
              </a:lnSpc>
              <a:spcBef>
                <a:spcPts val="0"/>
              </a:spcBef>
              <a:spcAft>
                <a:spcPts val="0"/>
              </a:spcAft>
              <a:buNone/>
              <a:tabLst/>
              <a:defRPr sz="1400"/>
            </a:pPr>
            <a:endParaRPr lang="en-GB" sz="1400" b="0" i="0" u="none" strike="noStrike" kern="1200" cap="none">
              <a:ln>
                <a:noFill/>
              </a:ln>
              <a:solidFill>
                <a:srgbClr val="000000"/>
              </a:solidFill>
              <a:latin typeface="Liberation Sans" pitchFamily="18"/>
              <a:ea typeface="DejaVu Sans" pitchFamily="2"/>
              <a:cs typeface="DejaVu Sans" pitchFamily="2"/>
            </a:endParaRPr>
          </a:p>
        </p:txBody>
      </p:sp>
      <p:sp>
        <p:nvSpPr>
          <p:cNvPr id="5" name="Slide Number Placeholder 4">
            <a:extLst>
              <a:ext uri="{FF2B5EF4-FFF2-40B4-BE49-F238E27FC236}">
                <a16:creationId xmlns:a16="http://schemas.microsoft.com/office/drawing/2014/main" id="{20162196-EF41-4B25-89CE-25296BF4D101}"/>
              </a:ext>
            </a:extLst>
          </p:cNvPr>
          <p:cNvSpPr txBox="1">
            <a:spLocks noGrp="1"/>
          </p:cNvSpPr>
          <p:nvPr>
            <p:ph type="sldNum" sz="quarter" idx="3"/>
          </p:nvPr>
        </p:nvSpPr>
        <p:spPr>
          <a:xfrm>
            <a:off x="4278960" y="10157400"/>
            <a:ext cx="3280680" cy="534240"/>
          </a:xfrm>
          <a:prstGeom prst="rect">
            <a:avLst/>
          </a:prstGeom>
          <a:noFill/>
          <a:ln>
            <a:noFill/>
          </a:ln>
        </p:spPr>
        <p:txBody>
          <a:bodyPr vert="horz" wrap="non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25B9194B-B8E1-41A8-974A-7403E4F7BA30}" type="slidenum">
              <a:t>‹#›</a:t>
            </a:fld>
            <a:endParaRPr lang="en-GB" sz="1400" b="0" i="0" u="none" strike="noStrike" kern="1200" cap="none">
              <a:ln>
                <a:noFill/>
              </a:ln>
              <a:solidFill>
                <a:srgbClr val="000000"/>
              </a:solidFill>
              <a:latin typeface="Liberation Sans" pitchFamily="18"/>
              <a:ea typeface="DejaVu Sans" pitchFamily="2"/>
              <a:cs typeface="DejaVu Sans" pitchFamily="2"/>
            </a:endParaRPr>
          </a:p>
        </p:txBody>
      </p:sp>
    </p:spTree>
    <p:extLst>
      <p:ext uri="{BB962C8B-B14F-4D97-AF65-F5344CB8AC3E}">
        <p14:creationId xmlns:p14="http://schemas.microsoft.com/office/powerpoint/2010/main" val="36573671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21:29.055"/>
    </inkml:context>
    <inkml:brush xml:id="br0">
      <inkml:brushProperty name="width" value="0.05292" units="cm"/>
      <inkml:brushProperty name="height" value="0.05292" units="cm"/>
      <inkml:brushProperty name="color" value="#FF0000"/>
    </inkml:brush>
  </inkml:definitions>
  <inkml:trace contextRef="#ctx0" brushRef="#br0">7515 7241 0,'11'0'78,"0"0"-63,306 0 1,110 0 31,-351 0-47,77 0 31,-109 0 0</inkml:trace>
  <inkml:trace contextRef="#ctx0" brushRef="#br0" timeOffset="1065.1">10031 7176 0,'44'0'94,"43"0"-94,1 0 16,10 0-16,263 0 47,0 0-32,-153 0-15,0 0 16,350 0-1,-285 0 1,-109 0 0,-76 0-1,-23 0 1</inkml:trace>
  <inkml:trace contextRef="#ctx0" brushRef="#br0" timeOffset="5064.05">15446 7384 0,'22'0'78,"-1"0"-62,-10 0-16,0 0 16,0 0-16,230 0 78,514-55-31,-394 22-16,-55 33 0,0 0 0,-65-11-15,21 11 0,34-11-1,-1 11 1,-153 0-1,1 0-15,97-11 32,110 11-17,-251 0 1,163-11 0,-120 11-16,121 0 15,10 0 1,-108 11-1,-34-11 1,-22 0 0,-32 0-1,21 0 1,23 0 0,32-11-1,-33 11 1,-22-11-1,34 11 17,-56 0-17,34 0 1,54 0 0,33 0-1,-55 0 1,-55 0-1,-65 0 1</inkml:trace>
  <inkml:trace contextRef="#ctx0" brushRef="#br0" timeOffset="53704.6">2450 11125 0,'-11'0'125,"0"0"-109,-10 0 0,-89 10 15,-21-10 0,109 0-15,11 0-16,11 11 15,-11-11 1,-33 11 0,-21 11-1,32-11 1,0 0-1,11 0 1,0 0 15,0-11-15,1 33 0,-12-22-1,22 0-15,0 11 16,-11-1-1,-11 45 1,22-55 0,0 33-1,0-11 1,0-1 0,1 1-1,10-11 1,0 22-1,0-22 17,-11 32-17,11-32 1,0 0 0,0 11-1,11 22 1,-1-44-1,1 32 1,22-21 0,-22 11-1,22 0 1,-11 0 0,11-1-1,-11 1 1,10 0 15,1-11-15,0 0-1,11 11 1,21 10 0,-54-32-1,11 11 1,11-11-1,0 22 1,0-22 0,10 11-1,1 11 1,11-22 0,-44 0-1,11-11 1,0 0 15,-12 0 0,1 0-15,11 0 0,-11 0-1,0 10 1,11-10-1,0 11 1,-11-11 78</inkml:trace>
  <inkml:trace contextRef="#ctx0" brushRef="#br0" timeOffset="65832.48">12689 8357 0,'0'0'0,"0"33"15,0 22 1,0-23-16,0 23 16,11 54-1,0-43-15,0 11 16,11-23-16,0-10 16,-11-11-16,0-11 31,-22-55 219,0 11-235,0-11-15,0 0 16,0 1-16,0-78 31,0 88-31,0-10 16,11-1-16,-11 11 16,-11-186 46,22 88-31,0 87 1,44-11 14,0 33-30,-11-11 0,10 11-1,-10 11 1,-11-11 0,0 11-1,-11 0 1,0 0-1</inkml:trace>
  <inkml:trace contextRef="#ctx0" brushRef="#br0" timeOffset="66297.14">12799 8620 0,'65'0'15,"1"0"1,262 0 15,-306-11-31,-11 0 47</inkml:trace>
  <inkml:trace contextRef="#ctx0" brushRef="#br0" timeOffset="66997.02">13324 8620 0,'-11'0'47,"-11"0"-32,-11 21-15,11-10 16,-22 11 0,22 11-1,11-22-15,11 11 16,0 11 0,0-11 15,11-11-16,33 10 1,22 12 0,21 11-1,-21-22 1,-33-22 0,21 0-1,-32-11 1,22-77-1,-33 56 1,-11-56 0,0 55-1,-11 11 1,-11 1 0,-11 21 15,-21-22-16,-23 0 1,1 0 0,32 11-16</inkml:trace>
  <inkml:trace contextRef="#ctx0" brushRef="#br0" timeOffset="67632.55">13761 8882 0,'11'0'63,"-11"-66"15,0 34-62,11-89-1,0 99 1,22-21-1,0 21 1,21 11 0,1 11-1,0 0 1,10 22 0,23-11-1,-55 11-15,-1-22 16,12 11-1,-22-1 1,-11 12 15</inkml:trace>
  <inkml:trace contextRef="#ctx0" brushRef="#br0" timeOffset="68214.36">14822 8784 0,'0'0'0,"11"22"31,-11-12-15,0 1-16,11 0 16,0 0-1,-22 0 48</inkml:trace>
  <inkml:trace contextRef="#ctx0" brushRef="#br0" timeOffset="68553.61">14669 8270 0</inkml:trace>
  <inkml:trace contextRef="#ctx0" brushRef="#br0" timeOffset="69732.32">15424 8554 0,'0'55'31,"22"10"-16,0 67 1,-22-111 0,11 1-16,-11-11 15,0-65 95,-11 32-95,11-153 32,0 131-31,11 33-1,-1 0 1,12 11 0,0 0-1,22 0 1,11 55 0,21 87-1,-65-98 1,22 21-1,-33-32-15,0-11 16,0 11 0,0-22-1,0 0 17,0-22 14,-22-22-30</inkml:trace>
  <inkml:trace contextRef="#ctx0" brushRef="#br0" timeOffset="70856.57">15325 8663 0,'0'11'0,"11"44"15,11-11 1,-11-22-16,-11-11 16,11-1-16,-11-20 78</inkml:trace>
  <inkml:trace contextRef="#ctx0" brushRef="#br0" timeOffset="71114.64">15325 8499 0</inkml:trace>
  <inkml:trace contextRef="#ctx0" brushRef="#br0" timeOffset="72418.9">16408 8401 0,'0'0'0,"0"22"15,0 0-15,0-1 16,0-10-16,0 121 31,0 119 16,0-207 0,-11-44 15,-32-77-46,10-10 15,33 76-31,0 0 16,0-22-1,22 0 1,-11 1 0,21-1-1,23 11 1,11 0 0,-12 11-1,23 0 1,-44 11 15,-22 0-31,11 0 16,54 11-1,-10 22 1,-11-11 0</inkml:trace>
  <inkml:trace contextRef="#ctx0" brushRef="#br0" timeOffset="73169.48">17010 8620 0,'-22'11'62,"-11"-11"-46,-21 0-16,21 21 16,-22 12-16,0 11 15,44 0 1,-10-1 0,21-21-1,0 0 1,21 0-1,12-11 1,11 11 15,11-22-15,-1 0 0,12-33-1,-33-11 1,-11 22-16,-22-10 15,0-23 1,0 66 47,11 22-48,-11 21-15,11 1 16,0-22-1,-1 0 1,-10-22 15,11 0-15,0-11 0,22 0-1</inkml:trace>
  <inkml:trace contextRef="#ctx0" brushRef="#br0" timeOffset="73839.33">17316 8795 0,'11'21'16,"-11"12"-16,0-11 16,0 33-1,0-11 1,0-33-1,0-55 79,0 11-78,0-11-16,0-21 15,11 32-15,22-22 32,0 0-17,54 12 1,-10 43 0,-22 0-1,-23 11 1,12 54-1,-22 12 1,-11-33-16,-11 21 16,0-54-1,0 0 1</inkml:trace>
  <inkml:trace contextRef="#ctx0" brushRef="#br0" timeOffset="74820.67">17994 8718 0,'0'0'0,"0"-11"16,0 0-1,-142 121 79,55 108-47,87-185-16,65-22 1,34-11-1,-23 0-16,-54-33 17,11 0-17,-22 12-15,0-12 16,22-44 0,-11 12-1,10 10 1,-10 33-1,-33 77 64,11-23-79,-21 1 15,21 22-15,-11 0 16,11-1-1,-11 67 1,11-12 0,0-32-1,-22 21 1,11-76 0,-33 22-1,-11-1 1,-32 34-1,54-66 1,0-11 0,11 11-1,-21-33 1,-34-76 0,55 10-1,11 55 1</inkml:trace>
  <inkml:trace contextRef="#ctx0" brushRef="#br0" timeOffset="75654.48">18323 8904 0,'0'0'0,"22"0"16,-12 0-16,1 0 16,44 0-1,-22-11 1,54-22-1,-43 22 1,0-11 0,-22-10-1,0-1 1,-22 11-16,0 11 16,0 0-1,-33 11 16,-33 0-15,-32 22 0,21 11-1,23 10 1,43 12 0,11-22-1,-11 11 1,11-11-1,22 21 1,21-21 0,-21-22-1,33-11 1,10 0 0,-21-11-1,66-11 16,-45 11-15,-10 0 0,-11 0-1,10 11 1,1-11-16</inkml:trace>
  <inkml:trace contextRef="#ctx0" brushRef="#br0" timeOffset="76537.53">19723 8138 0,'0'11'62,"-22"11"-62,-22 22 16,-32 11-1,-56 185 17,110-163-17,12 142 17,-1-77 14,65-11-14,-10-76-17,-11-12-15,-22-32 16,11 22 0,0-22-1,-12 0 1</inkml:trace>
  <inkml:trace contextRef="#ctx0" brushRef="#br0" timeOffset="77489.03">20029 8641 0,'-11'0'110,"-33"-10"-95,-32 10-15,-121 54 32,109 56-1,45-45-15,32-10-1,0-11 1,11 10-1,11-10 1,32 0 0,1-33-1,-11 11 1,-11-22 0,44 0-1,-23 0 1,34 0-1,-11-22 1,43-22 0,-22 11-1,-32 0 1,-33-10 0,0-1 15,-11-11-16,-11-10 1,-11-1 0,-11 22-1,0 33 1,0-11 0,0 11-1,-10 1 1,21 10-1,-11 0 1,11 0 0</inkml:trace>
  <inkml:trace contextRef="#ctx0" brushRef="#br0" timeOffset="78018.03">20149 8576 0,'0'11'78,"0"43"-62,-11 1-16,-10-22 16,-23 54-1,0-10-15,-11 11 16,-43 32-1,54-22 1,44-65 0,-11 0-1,11-11 1,-11 0 0,11 0-1,0-11 1,0-22 62</inkml:trace>
  <inkml:trace contextRef="#ctx0" brushRef="#br0" timeOffset="78523.17">20554 8937 0,'0'0'0,"11"33"0,-11-12 15,0 23 1,-44 164 47,22-153 15,12-55-63</inkml:trace>
  <inkml:trace contextRef="#ctx0" brushRef="#br0" timeOffset="79057.3">20893 8663 0,'11'11'15,"-11"197"17,-22-142-17,-32 306 48,54-361-16,22-22-16</inkml:trace>
  <inkml:trace contextRef="#ctx0" brushRef="#br0" timeOffset="79908.32">21178 8827 0,'-33'11'156,"-87"99"-140,32-45-16,1 67 15,65-34 17,44-10-17,10-1 1,12-54-1,0 0 1,32-11 0,-43-22-1,44 0 1,10-44 0,-10-22-1,-44 12 1,-11-45-1,-22 1 1,0 21 0,-55-54 15,44 87-15,-11 0-16,0 1 15,-11-1 1,22 22-1,1 11 1,-12 11 0,11 0-1,0 0 1,-11 0-16</inkml:trace>
  <inkml:trace contextRef="#ctx0" brushRef="#br0" timeOffset="80674.73">21396 8160 0,'0'0'0,"22"0"16,11 11-16,-11 0 15,11 22-15,-11-22 16,21 33-16,-10-1 16,164 121-16,285 383 47,-231-142-32,-207-22 16,-121-252-15,-109 33 31,164-120-47,-10-22 16,-12 54-1,-11-10 1,22-33-1,22-33 32,-10-11-47,10 0 32,11 0-17</inkml:trace>
  <inkml:trace contextRef="#ctx0" brushRef="#br0" timeOffset="138190.31">7395 7941 0,'11'-11'31,"11"-10"-31,-12 10 16,1 0-1,0 11-15,-11-11 16,11 0 0,11-22-1,66-33 32,-1 12-16,1 10 1,-56 22-32,89-11 31,-77 22-15,-12 0-1,1 0 1,22-10-1,32 10 1,77 0 0,-32 0-1,-23 0 1,-65 11 0,11 0 15,-12 0-16,45 0 1,21 0 0,1 0-1,-56 0 1,-10 0 0,-11 0-1,-11 0 1,0 0-1,32 0 1,12 11 0,-11 11-1,-22-22 1,-12 0 0,-10 0 30,33 0-30,-22 0 0,11 11-1,-11-11 1,10 0 0,-21 0-1,11 0 1,0 0-1,33 10 1,-33 1 0,11-11-1,-12 11 1,-10-11 0,0 0 15,0 0-16,0 0 1,11 11 0,11 0-1,-22-11-15,11 11 32,11 0-17,-12-11 1,1 11-1,-11 0 1,-11 0 0,11-11-1,0 11 1,11 11 15,-22-11-31,22 11 16,0 10-1,11 12 1,-33-33 0,10 22-1,1-11 1,-11 0 0,0-11-1,0 21 1,0-10-1,0-11 1,0 0 0,0 0-1,-11 22 32,-10-11-31,10-11-1,0 22 1,0-23 0,0 1-1,-11 11 1,11 0 0,-22-11-1,11 0 1,-10 11-1,21-11 1,-11 0-16,11-11 16,-22 22-1,11-22 1,0 22 15,-11-22-15,1 21-1,-1-21 1,-22 11 0,33-11-1,-11 0 1,-32 0 0,32 0-1,-76 0 1,65 11-1,-11-11 1,-11 0 15,-10 0-15,-1 0 0,-10 0-1,21 0 1,-10 0-1,-1 0 1,-11 0 0,-54 0-1,33 0 1,21 0 0,-21 0-1,21 0 1,1 0-1,-1 0 1,1 0 15,-55 0-15,109 0-16,-22 0 31,22 0-15,-32 0-1,-1 0 1,1-11 0,10 0-1,0 0 1,0 1 0,12 10-1,10-22 1,11 11-1,0 11 1,22-11 0,-11-22-1,11-22 17,11 12-17,66-12 1,-23 0-1,-21 33 1,0 0 0,11-10-1,-33 32 1,0-11 0,11 0-1</inkml:trace>
  <inkml:trace contextRef="#ctx0" brushRef="#br0" timeOffset="141529.64">7209 8806 0,'11'0'15,"0"0"-15,10 0 16,1-22 0,11 22-16,-22 0 15,0-11-15,11 11 16,-11 0-16,0 0 16,33 0 15,21 0-16,34 0 17,-23 0 15,-10 0-16,-22 0-16,10 0 1,-32 0 0,33-11-1,0 11 1,-12 0 0,45 0-1,-12 0 1,1 0-1,-11 0 1,-12 0 0,12-11-1,-33 0 17,0 11-17,10-11 1,12 11-1,22-11 1,10 0 0,-10 11-1,10 0 1,-10 0 0,-33-11-1,-23 11 1,1 0-1,0 0 1,22 0 0,22 0 15,120 0-15,-55 0-1,-44 11 1,1 0-1,-34 0 1,1-11 0,-22 0-1,-11 0 1,0 0 0,54 0-1,23 0 1,10 0-1,-43-22 1,-22 11 0,10 0 15,-21 0-15,-11 0-1,-11 0 1,0 11-1,0-11 1,0-10 0,-11 10-1,0 0 1,0-22 0,-33 0-1,-22 11 1,11-11-1,23 22 1,-1 1 0,11-1 15,-22 0-15,11 11-1,-22-22 1,1 11-1,-12 0 1,-22-22 0,12 11-16,-23-11 15,22 11 1,12 22 0,10 0-1,-33-21 1,1 10-1,-23 11 1,23 0 15,-12-22-15,1 22 0,-1-11-1,-21 11 1,43-11-1,-10 0 1,43 11 0,-44 0-1,12 0 1,-23 0 0,12 0-1,-1-11 1,-10 11-1,-34-22 17,88 22-17,-76 0 1,65 0 0,-10-11-1,21 11 1,-11 0-1,0 0 1,22 0 0,-21 0-1,10 0 1,-11 0 0,-11 0-1,-21 0 1,32 0-1,22 0 17,11 0-32,0 0 31,-11 0-15,1 11-1,-12 0 1,11 0-1,-11 22 1,33-22 0,-11 33-1,0-23 1,11 34 0,0 0-1,0-11 1,0-12-1,0 1 1,0 11 15,22-22-15,0 33 0,-11-34-1,11 1 1,-11-11 15,11-11-15,-1 0-1,1 11 1,0-11 0,55 22-1,-34-22 1,1 22-1,-11 0 1,0-11 15,-11 0-15</inkml:trace>
  <inkml:trace contextRef="#ctx0" brushRef="#br0" timeOffset="143735.68">7537 8915 0,'11'-22'16,"0"22"15,65-22 0,56 0 1,-1 0-1,186 11 16,0 11-16,-273 0-15,-22 0-1,11 0 1,0 0-16,10 0 15,34 0-15,54 0 16,0 0 0,-43 0-1,-11 0 1,-23-10 0,12 10 15,0-22-31,21 11 31,44-11-15,1 0-1,-12 11 1,-11-11 0,-21 11-1,-23 0 1,-10 11-1,22 0 1,-1 0 0,-10 0-1,-11 11 1,-12-11 0,1 11-1,-22-11 1,22 0-1,-11 0 17,21 22-17,-21-11 1,-22 0 0,0-11-1,0 33 1,22 21-1,-11 12 1,-11 0 0,-11-23-1,0 1 1,-55 33 0,-33-12-1,1-32 1,-66 11-1,-11-22 17,-55-11-17,33-11 1,-11 0 0,11 0-1,11 0 1,44 0-1,-1-11 1,-97 0 0,86 11-1,23-11 1,0 11 0,-1-11-1,12 11 1,-11-11-1,-11-11 17,-1 0-17,-21-10 1,33-1 0,87 33-1,-55-33 1,56 22-1,-1 0 1,22 0 0,-11-11-1,0 11 1,11 0 0,11-11 77,0 11-77,0 1-16,11-1 16,22-11-1,0 11 1,11 0-1,-1-11 1,1 22 0,0-11-1,-22 11 1,-11 0 15,0-11 0,-1 11-15</inkml:trace>
  <inkml:trace contextRef="#ctx0" brushRef="#br0" timeOffset="147207.47">2964 11573 0,'11'0'32,"0"0"-1,0 0-31,0 0 15,22 0 1,44 0 15,21 11 1,-43-11 14,43 0-14,12 0-1,-89 0-31,1 0 16,22 0-1,-11 11-15,11-11 16,32 0-1,-21 0 1,-11 0 0,-22 0-1,-12 0 1,12 0 0,-11 0 15,11 0-16,-11 0 1,22 0 0,33 0-1,-45 0 1,12 0 0,0 0-1,0 0 1,33 0-1,43 0 17,-87 0-32,11 0 15,-22 0 1,10 0 0,1 0 15,-11 0-16,0 0 1,0 0 0,22 0-1,22 0 1,-1 0 0,-10 0-1,-11 0 1,0 0-1,-11 0 1,-1 11 0,1-11-1,44 0 1,-22 0 15,-11 0-15,-1 0-1,-21 0 17,11 0-17,11 0 1,11 0 0,-22 0-1,-11 0 32,0 0-16,-1 0-15,1 0 0,0 0-1,0 0 1,0 0-1,0 0 1,11 0 0,0 0-1,22 0 1,-33 0 0,0 0-16</inkml:trace>
  <inkml:trace contextRef="#ctx0" brushRef="#br0" timeOffset="155599.41">12033 12076 0,'11'0'94,"0"0"-63,0-11-15,0 0 0,21 0-1,-32 0 1,11 11-1,0 0 1,0-11 0,0 11 15,0 0-15,0-10-1,11 10 1,22-11-1,-23 11 1,-10 0 0,-11-11-1,11 11 1,11-11 0,0 11-1,0 0 1,11 0 15,0 0-15,-1 0-1,23 0 1,-22 0 0,-11 0-1,0-11 1,0 11-1,-11 0 1,-1 0-16,1 0 47,0 0-47,44 0 16,22 0-1,-23 0 1,12 0 15,21 0-15,-54 0-1,-22 0-15,0 0 16,0 0 15,0 0 0,0 0-31,55 0 16,-12 0 0,-21 0-1,-22 0 1,0 0 0,44 0-1,10 0 16,-10 11-15,0-11 0,-44 0-16,21 0 15,12 0 1,55 0 0,32 0-1,-54 0 1,-45 0-1,-21 0 1,0 0 0,0 0-1,33-11 1,22 11 0,-34 0-1,1 0 16,-11 0-15,33 0 0,32 0-1,-21 0 1,0 0 0,-12 0-1,-21 0 1,22 0-1,-1 0 1,1 0 0,22 0-1,-1 0 1,-32 0 0,22 0-1,10 0 16,-10 0-15,-22 0 0,-12 0-1,1 0 1,-22 0 0,11 0-1,-11 0 1,11 0-1,-11 0 1,0 0 0</inkml:trace>
  <inkml:trace contextRef="#ctx0" brushRef="#br0" timeOffset="158191.73">12087 13728 0,'11'0'31,"0"0"-15,0 0 0,0 0-1,164-55 63,-65 33-46,21 22 14,-76 0-14,-12 0-17,23 0 1,-22 0 0,-22-11-1,0 11 1,-12 0-1,12 0 1,22 0 0,-22 0-16,11 0 15,11 0 1,-12 0 15,12 0-15,11 0-1,-11 0 1,-1 0 0,1 0-1,-22 11 1,11-11 0,0 0-1,10 0 1,12 0-1,-11 0 1,10 0 0,-21 0-1,11 0 1,22 11 15,-1 0-15,1-11-1,11 22 1,43 0 0,-87-22-1,21 0 1,-10 0 0,33 0-1,-23 0 1,12 0-1,-11 0 1,-22 0 0,10 0-1,12 0 1,11 0 15,-12 0-15,-21 0-1,11 0 1,65 0 0,-21 0-1,-34 0 1,1 0 0,-22 0-1,11 0 1,-11 0-1,10 0 1,12 0 0,-44 0-1,33 0 1,-11 0 15,21 0-15,45 0-1,-34-11 1,-21 11 0,-22 0-1,22 0 1,-1 0 0,-10 0-1,11 0 1,0-11-1,0 11 1,-23 0 0,12 0-1,-22 0 17,11 0-17,-11 0 1</inkml:trace>
  <inkml:trace contextRef="#ctx0" brushRef="#br0" timeOffset="168649.5">12120 12196 0,'-11'0'78,"0"0"-63,-32-32 1,-89-78 15,56 56-15,43 10 31,11 0-16,0-54 0,-32-110 1,10 77-17,33 87-15,-11-44 16,11-32-1,0-44 1,0-11 0,-11-44-1,-11 22 1,12 11 15,-1 22-15,-22-66-1,44 154 1,-11-44 0,0 43-16,11-54 15,-11-22 1,11 54 0,0-10-1,0-1 1,0-32-1,0 33 1,-11-33 0,0 21-1,11 45 17,-22-1-17,-10-21 1,10-1-1,0 45 1,0 10 0,-11 11-1,-11-11 1,-10 0 0,-34-10-1,-32-12 1,87 55-1,-33 0 1,12-11 0,-99 22 15,32-21-15,12 10-1,32-11 1,23 11-1,-1 11 1,22 0 0,-11 11-1,1 0 1,10-11 0,11 11-1,11-11 16,0 0-15,-22 0 0,11 11-1,11-11 1</inkml:trace>
  <inkml:trace contextRef="#ctx0" brushRef="#br0" timeOffset="171167.64">12175 12875 0,'0'0'0,"-55"-33"0,22 11 16,-21-22-16,21 11 16,11 12-16,-22-23 15,22 22-15,1 11 16,-45-98 46,0-34 1,-76-130-32,55 54 0,21 88-15,22 22 0,22-1-1,11-43 1,11 33 0,11 32-1,0-32 1,22-22-1,0-22 1,-11 65-16,0-43 31,10-11-15,1 32 0,-11 23-1,11 0 1,-22 21-1,11-43 1,-11 21 0,0 12-1,-11-1 1,0 23 0,-11-78-1,0 67 1,-11-1-1,11 12 1,-11-1 15,11 0-15,-11 12 0,-11-23-1,23 66 1,-12-33-1,-88-54 1,34 54 0,10 0-1,-21 1 1,10 21 0,-21-22-1,21 22 1,-21 0-1,21 0 1,0 22 15,12-11-15,21-10 0,0 21-1,-10 0 1,-1 0-1,44 0 173,0 0-172</inkml:trace>
  <inkml:trace contextRef="#ctx0" brushRef="#br0" timeOffset="173514.42">12087 13312 0,'-10'0'32,"-56"0"15,-87-109-16,32-33 0,23-77 0,-44-98 1,43-33-1,34 142-16,21 0 17,22 110-32,11 10 15,-11-65 1,11 22 0,-11-77-1,1 131 1,21-43-1,10 10 1,1 34 0,11 10-1,11-43 1,-22 0 0,11-1-1,-11 23 1,0-1 15,-11 66-15,11-32-1,-11-67 1,0 77 0,-11 1-16,-33-78 15,0 1 1,22 43-1,-10-10 1,-12-1 0,-22 1-1,1-22 1,10 43 0,11 11-1,0-10 16,23 43-15,-12-11 0,-11 0-1,33 22 1,0 11 0,0-11-1,0 0 1,-22 11-1,1 0 1,10 0 0,11 0-1,0 0 1,0 0 15,-33 0-15,0 0 15,12 0-15</inkml:trace>
  <inkml:trace contextRef="#ctx0" brushRef="#br0" timeOffset="200151.65">2702 12612 0,'-22'0'203,"11"0"-188,-11 0-15,11 0 16,-11 0-16,-10 0 16,21 0-16,-11 0 15,0 0-15,-11 0 16,-54 0 15,65 0-31,-33 0 16,-197 0 15,45-11 16,108 11-16,23 0 0,21 11-15,0 0 0,22 0-1,11 0 1,1 0 0,-23 11-1,11 0 1,0 0-1,0 10 1,1 1 0,-12 22 15,-11 0-15,22 21-1,-10-10-15,32-33 16,-55 87-1,11-11 1,12 23 0,21-56-1,11-21 1,-11 0 0,22 10-1,0 1 1,0-1-1,0 12 1,0-33 15,11 21-15,0-21 0,22 33-1,10 10 1,-10-10-1,11-23 1,32 34 0,1-1-1,-22-32 1,21-11 0,12 0-1,-23-33 1,34 21-1,10-10 1,1-11 0,10 0 15,-76 0-15,-1-11-1,12 0 1,22 0-1,54 0 1,44 0 0,-55 0-1,-76 0 1,-11 0 0,22 0-1,21 0 1,45 0-1,-89 0 1,1 0 15,-22 0-15</inkml:trace>
  <inkml:trace contextRef="#ctx0" brushRef="#br0" timeOffset="-189910.65">3632 14220 0,'22'-11'62,"98"11"-46,624 0 15,-33 11 16,-438 0-16,154 0 0,-77 11 1,98 11-1,-382-33-31,22 0 15,65 0 1,-44 0 0,-21 0 15,109 0-15,32 0-1,-43 0 1,33 0-1,-33 11 1,-44-11 0,22 11-1,0-11 1,-76 11-16,87-1 16,44 12-1,-12 0 1,-32-11-1,22-11 1,-65 0 15,32 0-15,-11 0 0,22 0-1,-55 0 1,-43 0-1,-12 11 1</inkml:trace>
  <inkml:trace contextRef="#ctx0" brushRef="#br0" timeOffset="-187944.08">7613 14034 0,'0'0'16,"175"11"0,99-11 62,-263 0 62,0 0-108</inkml:trace>
  <inkml:trace contextRef="#ctx0" brushRef="#br0" timeOffset="-174352.14">8685 14209 0,'11'0'78,"0"0"-78,11 0 16,-11 0 15,11 0-15,33 0 15,-33 0-31,32 0 31,1 0-15,11 0-1,32 0 1,22 11 0,45 0 15,-45-11-16,0 0 1,-21 11 0,-12-11-1,-10 0 1,-44 0-16,21 0 16,45 0-1,21 0 1,0 0-1,-54 0 1,-44 0 0,-11 0-1,0 0 1,0 0 0,11 0 15</inkml:trace>
  <inkml:trace contextRef="#ctx0" brushRef="#br0" timeOffset="-124712.64">2997 12306 0,'11'0'63,"0"0"-48,44 0 16,-33 0-31,186-11 32,43 11-1,-98 0 16,0 0-16,-21 11-15,97 22-1,-152-33 1,43 11 0,-65-11-16,54 11 15,12-11 1,10 0-1,66 0 1,0 0 0,-22 0-1,0 0 1,-66 0 0,-54 0 15,-44 0-16,11 0 1,43-22 0,110-22-1,11 0 1,-43 0 0,-100 33-1,-32 11 1</inkml:trace>
  <inkml:trace contextRef="#ctx0" brushRef="#br0" timeOffset="-122401.27">15139 12306 0,'11'0'93,"22"-11"-93,0-11 16,55 0 0,-67 11-1,1 0 1,-33 11 109,0 0-125,0 0 15,-21 0-15,10 22 16,-11-22 0,-22 22-1,33-22-15,11 11 16,-43 11 0,43-11-1,0 0 16,33 0 63,0-11-78,-1 0-16,12 11 15,22 11-15,-11-1 16,54-10 0,-21 0-1,-23-11 1,-43 0 0,-22 11 46</inkml:trace>
  <inkml:trace contextRef="#ctx0" brushRef="#br0" timeOffset="-121928.85">15249 12328 0,'0'0'16,"142"-33"0,-98 22-16,54-11 0,449-65 78,-514 87 0</inkml:trace>
  <inkml:trace contextRef="#ctx0" brushRef="#br0" timeOffset="-120662.02">15139 12908 0,'22'-11'15,"22"0"-15,-11-11 16,-11 11-16,11 0 15,21-22-15,-32 22 16,11-11-16,-11 11 16,-44 11 77,-22 0-77,-65 22 15,54 33 1,55-44-32,-11 0 15,0 11 1,22-11-1,11 0 1,22-1 15,0-10-15,21 0 0,66 0-1,-76 0 1,33 0-1,-45 0 1,-54 0 62,-10 0-78,10 11 16,0-11-16,-11 0 15</inkml:trace>
  <inkml:trace contextRef="#ctx0" brushRef="#br0" timeOffset="-120193.22">15336 12929 0,'0'0'0,"0"-11"0,22-21 16,77-23 15,-45 44-31,89-55 31,-89 55-15,1-10 0,22-1-1,10 22 1,-32 0-1,-33 0 1,-11 0 0,-1 0 15</inkml:trace>
  <inkml:trace contextRef="#ctx0" brushRef="#br0" timeOffset="-118840.46">15840 13378 0,'10'0'31,"1"-11"-15,11-11-1,0 22-15,0-22 16,22 0-16,32-43 31,-54 21 16,-44 44 16,-32 44-32,21-22-15,0-1-16,11 12 15,0 0 1,0-22-1,22 0 17,0 0-1,11-11-15,11 0-1,-11 0 1,33 0-1,54 0 1,12-33 0,218-44-1,-55 67 1,-54-12 0,-55 11-1,-87 0 1,-88 11 62,0 0-78,-11 11 16</inkml:trace>
  <inkml:trace contextRef="#ctx0" brushRef="#br0" timeOffset="-117817.06">16080 13367 0,'22'-22'78,"33"-11"-78,-1-11 16,34 1-16,787-296 94,-787 328-48</inkml:trace>
  <inkml:trace contextRef="#ctx0" brushRef="#br0" timeOffset="-42177.2">2396 10140 0,'0'0'0,"-11"0"15,0 0 1,0 0-16,-11 0 15,0 0 1,11 0 0,-11 0 31,11 0-32,-54 11 16,-78 22 1,78-22 15,54-11-47,0 0 15,11 11 1,-22-11-1,11 0 1,0 0 15,0 0-15,11 11 62,-11-11-47,0 32-31,-11-21 16,1 22 0,-12 33-1,0-11 1,0-23-1,33-21 1,-11 0 47,11 22-48,0-22-15,0 0 16,0 11-16,0 32 15,0-10 1,11-11 0,0-11-1,11 22 17,-11-22-17,98 54 1,-87-54-1,44 11 1,-11-11 0,-12-11-1,1 11-15,-11-12 16,11 1 0,-1 0-1,12 0 1,-11-11-1,-11 0 1,-1 0 15,-10 0-15,11 0 0,-11 0-1,0 0 1,22 0-1,-12 0 1,-21 0 0,11 0-1,-11 0 17,0 0 30</inkml:trace>
  <inkml:trace contextRef="#ctx0" brushRef="#br0" timeOffset="-32359.1">23004 11584 0,'22'22'62,"44"33"-62,87 141 31,-98-141 16,-44-44-15</inkml:trace>
  <inkml:trace contextRef="#ctx0" brushRef="#br0" timeOffset="-31249.04">23355 11836 0,'0'0'0,"0"10"31,0-53 172,0 32-203,10-55 31,1 44-31,-11-11 16,33-32 0,22 54 30,21 22 1,-54 22-15,22 65-1,-33-54 0,0-33 0,-11 0-15,0 0 15,0 0-31</inkml:trace>
  <inkml:trace contextRef="#ctx0" brushRef="#br0" timeOffset="-27025.72">16266 12207 0,'11'22'15,"22"0"1,-22-11-16,11 11 16,0 0-16,-11-11 15,-1 0-15,1 0 16,0-11 0</inkml:trace>
  <inkml:trace contextRef="#ctx0" brushRef="#br0" timeOffset="-26198.7">16507 12350 0,'-11'-33'94,"11"11"-94,0 0 15,0 0 1,33-22 15,-11 23-15,-12 21-1,1 0-15,0 0 32,0 0-17,-11 10-15,22 12 16,0 0-1,0 22 1,-22-33 0,22-11-1,-22 11 1,0 0 15</inkml:trace>
  <inkml:trace contextRef="#ctx0" brushRef="#br0" timeOffset="-25321.88">16091 12776 0,'0'0'0,"88"11"16,-56 33-16,23-11 0,-11 0 15,-22 10 1,0-21-16,-11-11 16,0-11-16,-11 11 31</inkml:trace>
  <inkml:trace contextRef="#ctx0" brushRef="#br0" timeOffset="-24728.86">16354 12940 0,'0'0'0,"0"-11"78,0-32-62,11-34 0,0 44-16,-1 0 15,23 1 1,-11 21-1,-11 11-15,44 0 16,-33 32 0,-11 1-1,0-11 1,-1-11 15,-10 0-15,11 11-1,11-11 1,-11 0 0,-11 0-1,11 11 1</inkml:trace>
</inkml:ink>
</file>

<file path=ppt/ink/ink2.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29:29.943"/>
    </inkml:context>
    <inkml:brush xml:id="br0">
      <inkml:brushProperty name="width" value="0.05292" units="cm"/>
      <inkml:brushProperty name="height" value="0.05292" units="cm"/>
      <inkml:brushProperty name="color" value="#FF0000"/>
    </inkml:brush>
  </inkml:definitions>
  <inkml:trace contextRef="#ctx0" brushRef="#br0">11748 5852 0,'-22'0'78,"-32"0"-78,-12 0 15,1 0-15,-800 11 63,417-22-16,65 0-16,-44 11 0,220 0-15,130 0-1,55 0 1,66 0 125,43 0-141,12 0 15,152 0 1,34 33 0,54 11-1,-44-11 1,-32-22-1,-66-11 1,-77 0 0,-54 0-1,-34 0 1,-21 0 0,0 0 30,33 0-30,44 21 0,-34-10-1,-43-11 1,0 0 78,11 0-47,-11 0-32,22 0-15,-11 0 16,32 0-1,67 0 1,-1 0 0,-43 0-1,-23-11 1,-10 11 0,-22 0-1</inkml:trace>
  <inkml:trace contextRef="#ctx0" brushRef="#br0" timeOffset="3560.91">4321 2647 0,'-22'0'15,"-11"0"1,0 22-16,1-22 15,-23 11-15,33-11 16,-22 22-16,-153 0 31,-87 11 1,-110-12-1,339-21-31,-218 0 31,-11-32 0,32-23 1,121 33-1,-12-33-16,12 23 1,76 10 0,-54-11-1,54 22-15,-32-11 16,-33-11 0,43 11-1,-21 0 1,32-10-1,-22-1 1,34 0 0,21 0-1,0-11 1,-11 1 15,1-34-15,-23-10-1,22-12 1,33 33 0,11-21-1,0-33 1,11-44 0,0-11-1,22 21 1,-11 45-1,11 0 1,21-12 0,23 23-1,-1-12 1,143-54 15,-55 44-15,0 33-1,55 10 1,-11 11 0,33-10-1,76 43 1,22 33 0,-22 0-1,0 0 1,-54 0-1,54 0 1,-98 22 0,-33 22-1,-44 10 17,-76-10-17,-22-22 1,10 33-1,12 65 1,-44-87 0,22 65-1,-23 12 1,12 43 0,22 87-1,-11-119 1,-1-12-1,-32-43 1,22 21 0,-33-43-1,11 22 1,-11 54 15,0 11-15,-33 33-1,-21 11 1,-23-22 0,-76 88-1,44-88 1,-56-54 0,12-1-1,-33 1 1,-22-23-1,33-43 1,-11-11 15,132-11-31,-99-11 16,-22 0 15,120 0-15,-109-11-1,44-22 1,10 11 0,1-22-1,-33 23 1,-12-1 0,-10-22-1,-33-11 1,33-10-1,0-1 1,33-11 0,11 12-1,-99-121 17,66 22-17,21-55 1,67 77-1,43 32 1,22 67 0,0-12-1,55-22 1,-33 45 0,21-45-1,-10 44 1,109-186-1,1 99 1,-23 11 0,22-1-1,22 1 1,-54 43 15,-12 33-15,0-10-1,1 32 1,43-11 0,22 11-1,88 0 1,120-11 0,-208 22-1,-66 0 1,-32 0-1,32 0 1,55 33 0,-10-11 15,-111-11-15,12 11-1,22 10 1,32 34-1,1 0 1,-45-33 0,-10-12-1,-22-10 1,0 11 0,-11-11-1,0-11 1,0 0 62,0 11-62,22 11-16,-1 11 15,12 11 1,22-1-1,-12 23 1,1 10 0,11 23-1,-33-55 1,-1-11 0,1-12-1,0 12 1,11 22-1,0 0 1,-23-44-16,12 32 16,-22-10 15,11-11-15,0 22-1,-11-22 1,0-1-16</inkml:trace>
  <inkml:trace contextRef="#ctx0" brushRef="#br0" timeOffset="34775.37">11114 9713 0,'11'0'187,"22"0"-171,-1 0-16,-10 0 15,142 33 17,132 33-1,-242-66-31,56 22 16,-66-11-1,-33-11 1,10 0-1,-10 0 1,-11 11 15,22 0-15,-11-11 0,0 0-1,11 0 1,0 0-1,22 0 1,-22 0 0</inkml:trace>
  <inkml:trace contextRef="#ctx0" brushRef="#br0" timeOffset="38141.83">22173 9560 0,'22'0'188,"44"0"-188,10 0 15,34 11-15,-12-11 16,22 22-16,-21-22 16,-23 22-16,12-11 15,-1 0-15,-21 0 16,-33-11-16,11 0 15,448 0 48,-405 0-47,143 0-1,-121 0 32,-87-11-16,-11 11-15,0 0 0,0 0-1</inkml:trace>
  <inkml:trace contextRef="#ctx0" brushRef="#br0" timeOffset="44078.35">1422 10731 0,'11'0'79,"22"0"-79,22 0 15,43 0 16,44 0 1,-54 22-17,130 10 17,-32-21-1,-76-11 0,-66 0-31,43 0 16,-10 0 15,-12 0-15,-10 0-1,22 11 1,-1 0-1,55 11 1,44-11 0,-11 0-1,-10-11 1,-67 0 0,23 0-1,-45 0 1,23 0-1,43 11 1,0-11 0,22 11 15,-32 0-15,-45 0-1,-32-11-15,-33 0 16,-11 11 15,11-11-15,0 0-1,11 0 1,-11 0 0</inkml:trace>
  <inkml:trace contextRef="#ctx0" brushRef="#br0" timeOffset="48614.93">5163 10764 0,'11'0'47,"55"0"-32,-55 0-15,0 0 16,10 0-1,12 0 32,-22 0-15</inkml:trace>
  <inkml:trace contextRef="#ctx0" brushRef="#br0" timeOffset="50278.66">5710 10807 0,'11'0'78,"11"0"-62,-11 0-1,22 0 16,-1 0 16</inkml:trace>
  <inkml:trace contextRef="#ctx0" brushRef="#br0" timeOffset="52448.23">19121 10796 0,'0'0'0,"11"0"46,0 0-14,0 0-17,0 0 17,0 0-1,0 0 0,0 0-31,11 0 31,21 0 16,-32 0-31,0 0-1,11 0 1,0 0 0,-11 0-1,0 0 1,0 0 0,0 0 15</inkml:trace>
  <inkml:trace contextRef="#ctx0" brushRef="#br0" timeOffset="60271.02">5995 10643 0,'21'0'78,"-10"0"-62,0 0 0,0 0-16,0 0 15,55 0 32,10 0 0,-32 0-16,-33 0-31,22 0 32,32 0-1,-43 0-16,11 0 1,-11 0 0,-11 0-1,11 0 1,0 11 0,22-11-1,-1 11 1,-10-11-1,22 0 1,-1 11 0,-10-11-1,-11 11 1,-11-11 0,0 0-1,33 0 1,-45 0-1,45 0 1,-33 0 15,33 0-15,-44 0-16,11 0 16,-12 0-1,1 0 16,0 0-15,44 0 0,11 0-1,-1 0 1,-21 0 0,11 0-1,-22 0 1,-1 0-1,12 0 1,0 0 0,-22 0-1,11 0 1,-12 0 0,-10 0 15,22 0-16,11 0 1,-22 0 0,0 0-1,11 0 1,-1 0 0,12 0-1,-33 0 1,0 0 15,0 0-15,22 0-1,0 0 1,32 0 0,-43 0-1,-11 0 16,0 0-15,0 0 0,0 0-16,22 0 15,-11 0 1,21 0 0,-21 0-1,0 0 1,0 0 31,-11 0-32,0 0 1,0 0 0,11 0 15,-11 0 0,-1 0 0,1 0-15,0 0 0,0 0 280,0 0-280,0 0 15,0 0-15,0 0-16,0 0 78</inkml:trace>
  <inkml:trace contextRef="#ctx0" brushRef="#br0" timeOffset="63334.96">8653 10643 0,'11'0'156,"0"0"-140,-1 0-1,1 0 1,0 0 15,0 0 1,0 0 14</inkml:trace>
  <inkml:trace contextRef="#ctx0" brushRef="#br0" timeOffset="66919.11">9068 10676 0,'11'0'125,"0"0"-125,0 0 15,0 0-15,0 0 16,33 0 15,21 0 0,-10 0 16,33 0-15,32 0-1,-65 0 0,-33 0-15,-1 0-16,-10 0 15,11 0-15,11 0 16,22 0 0,-22 0-1,21 11 1,-10 0-1,0-11 17,-22 0-17,21 0 1,-32 0 0,33 0-1,0 11 1,11 0-1,-34 0 1,-10-11 47,11 0-63,0 0 15,33 0 1,-22 0-1,10 0 17,12 0-17,-22 0-15,22 0 16,10 0 0,12 0-1,-12 0 1,12 0-1,-22-11 1,-12 11 0,1 0-1,11 0 1,-33 0 0,11 0-1,-22 0 32,-1 0-31,34 0-1,-33 0 1,0 0 0,0 0 30,0 0 1</inkml:trace>
  <inkml:trace contextRef="#ctx0" brushRef="#br0" timeOffset="70742.95">11300 10753 0,'11'0'47,"0"-11"-31,0 11-1,11 0 32,-11 0-15,-1 0-17,1 0 1,0 0 31,0 0 15,0 0 94</inkml:trace>
  <inkml:trace contextRef="#ctx0" brushRef="#br0" timeOffset="73703.97">11858 10599 0,'11'0'15,"0"0"1,0 0-16,10 0 16,1 0-1,-11 0-15,0 0 16,11 0 0,11 0 15,65 0 0,45 0 16,-100 0-47,187 11 31,-55-11 0,-98 0-15,10 0 0,1 0-1,10 0 1,-10 0 0,-34 0-1,67 0 1,-34 0-1,-32 0 1,-11 0 0,-1 11-1,1-11 17,-11 0-17,22 0 1,-12 0-1,-32 0 1,22 0 0,0 0-1,-11 0 1,0 0-16,-11 0 16,11 0-1,-12 0 1,12 0-1,-11 0 79,0 0-78</inkml:trace>
  <inkml:trace contextRef="#ctx0" brushRef="#br0" timeOffset="76679.13">14035 10676 0,'11'0'31,"-1"0"-15,23 0 15,-11 0 0,0 0 16</inkml:trace>
  <inkml:trace contextRef="#ctx0" brushRef="#br0" timeOffset="78694.34">14494 10720 0,'11'0'250,"0"11"-250,0-11 16,0 0-16,0 0 15,22 11 1,-23-11-16,1 11 16,22 0-16,0-11 15,131 21 32,-76-10-16,43-11 1,77 22-1,-88-22 0,-87 0-15,-22 0-1,11 0 1,43 0 0,1 0-1,0 0 1,-34 0 0,23 0-1,0 0 1,10 0-1,-32 0-15,22-11 16,0 11 0,-12-11-1,-10 11 1,11 0 0,-11 0 15,-11 0-16,0 0 1,-12 0 0,12 0 15,0 0-15,0 0-1,0 0-15,-11 0 16,0 0 78,0 0-79</inkml:trace>
  <inkml:trace contextRef="#ctx0" brushRef="#br0" timeOffset="82950.75">17010 10731 0,'22'0'47,"11"0"-32,32 0 1,88 0 15,110 0 0,131 11 1,-329 0-17,-43-11 17,-11 0-17,0 0 1,11 0-1,-11 0 17,0 0 15,0 0-32,0 0-15,0 0 16,0 0-1,0 0 1,0 0 15,-22 0 94,0 0-93</inkml:trace>
  <inkml:trace contextRef="#ctx0" brushRef="#br0" timeOffset="84830.09">18574 10709 0,'11'0'78,"0"0"-78,0 0 16,22 0 15,-11 0 0,0-11-31,43 11 32,-21 0-1,-11-11 0,43 11 0,-21 0-15,-33 0 0,0 0-1,-11 0 1,11 0-1,-11 0 1,32 0 15,-21 11-15,11-11 0,-22 0-1,0 0 1,0 0 15</inkml:trace>
</inkml:ink>
</file>

<file path=ppt/ink/ink3.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31:45.181"/>
    </inkml:context>
    <inkml:brush xml:id="br0">
      <inkml:brushProperty name="width" value="0.05292" units="cm"/>
      <inkml:brushProperty name="height" value="0.05292" units="cm"/>
      <inkml:brushProperty name="color" value="#FF0000"/>
    </inkml:brush>
  </inkml:definitions>
  <inkml:trace contextRef="#ctx0" brushRef="#br0">9954 5590 0,'22'0'172,"0"0"-172,-11 0 15,0 0-15,0 0 32,11 0-17,-11 0 1,0 0 0,0 0-1,21 0 32,-10 0-16</inkml:trace>
  <inkml:trace contextRef="#ctx0" brushRef="#br0" timeOffset="9785.32">3358 7493 0,'-11'0'78,"-11"0"-62,11 0-1,1 0 1,-1 0-1,0 0-15,0 0 16,-22 0 0,-33 0-1,55 0 1,-54 0 0,-1 0-1,11 0 1,1 0-1,-1 11 17,22-11-32,0 0 31,11 0-15,1 0-1,-1 11 1,-11 0-1,-11 11 1,11-1 0,1-10-1,21 11 1,0 0 0,0-22 124,0 44-124,-11 43-16,-11-10 15,0-11-15,11-12 16,-21 12 0,32-11-1,0-33 1,0 21 0,0-32-1,11 0 1,0 0-16,0 22 15,0 0 1,-11 10 0,11-10 15,-11 11-15,11 0-1,0 0 1,0-12-1,0 1 1,0 0 0,0 0-1,0 32 1,11-10 0,0 33-1,0-12 1,11-10-1,-11-11 1,0-23 15,-1 1-15,1 0 0,0 0-1,11 0 1,0 10-1,-11-32 1,0 11 0,0 0-1,11 0 1,11 11 0,-11-11-1,10 10 1,-10-10-1,0 11 1,0 0 15,11 0-15,0 0 0,21 32-1,-21-21 1,11 11-1,-22-22 1,0-12 0,-11-10-1,0 0 1,10 0 0,1 11-1,0-11 1,33 11 15,-33-11-15,32 11-1,-21-11 1,11 0 0,-22-11-1,11 0 1,-1 11-1,-10-11 1,0 10 0,0-10-1,0 0 1,-11 0 0,0 11-1,0-11 32</inkml:trace>
  <inkml:trace contextRef="#ctx0" brushRef="#br0" timeOffset="14616.04">3468 9878 0,'-11'0'188,"-11"0"-173,0 0 1,-11 0 15,-22 0-15,34 10 31,-1-10-16,11 0-31,-11 0 31,0 0 1,-11 0-17,22 0 1,0 0-1,-11 11 17,11-11-32,1 0 15,-45 11 1,11 0 0,22-11 15,11 11-16,0-11 1,0 0 0,0 0-1,11 11 79,-10 22-78,-12 0-16,22-22 15,-11 11-15,0-1 16,11 12 15,-11-22-15,11 0-1,0 11 1,-11 0 0,0 0-1,11 0 1,0 10 0,-11 34-1,11-44 1,0 11-1,0-11-15,-11 0 16,11-11 0,0 21-1,0 1 1,0-11 15,11 0-15,0 0-1,0 0 1,11 10 0,0 12-1,0 11 1,-1-33 0,-10 0-1,0 0 1,0-1-1,11-10 1,-11 0 0,11 11 15,-11-11 0,33 11-15,-1 0-1,-32-22 1,11 0-16,22 11 16,-11 0-1,-11-11 1,-1 11 0,-10-11-1,0 0 1,11 11 15,-11 0-15</inkml:trace>
  <inkml:trace contextRef="#ctx0" brushRef="#br0" timeOffset="17433.43">5590 10282 0,'11'0'31,"0"0"-15,0 0-1,0 0 1,21 0-1,34 0 17,-22 0-1,21 0 0,12 11 0,-55-11-15,22 0 0,-23 0 15,34-11-15,11 0-1,-33 11 1,10 0-1,-21-11 1,0 11 0,0 0-1,-11 0 1,0 0 0,0 0-1,22 0 1,-1 0-1,-10 0 1,0 0 0,-11 0 15,22 0-15,-22 0-1,0 0 1,11 0-1,0 0 1,-11 0 0,10 0-1,-10 0 1,11 0 0,-11 0 15,0 0-31,0 0 31,0 0-15,0 0 15</inkml:trace>
  <inkml:trace contextRef="#ctx0" brushRef="#br0" timeOffset="21050.48">7482 10271 0,'11'0'63,"11"0"-63,11 0 15,-22 0-15,131 11 78,-55 0-46,-54-11-1,-22 11-31,44 0 31,-33-11-15,-11 0-1,0 0 17,0 0-17</inkml:trace>
  <inkml:trace contextRef="#ctx0" brushRef="#br0" timeOffset="29592.76">5513 10840 0,'22'0'31,"0"0"-15,-11 0-16,0 0 16,22-11-16,54 0 31,-32 11-16,43 0 32,-43 0-15,11 0-1,-1 0 0,-32 0-15,-11 0-16,22 0 15,-1 0 1,-10 0 0,0 0-1,0 0 1,11 0-1,-1 11 17,-21-11-17,-11 0 17</inkml:trace>
  <inkml:trace contextRef="#ctx0" brushRef="#br0" timeOffset="30897.66">6924 10753 0,'11'-11'47,"0"11"-47,11-11 16,-11 11-16,0 0 15,55 0 16,-45 0 1,12 0-1,66 0 0,-66 0 0,-23 0 1,1 0-32,0 0 31,0 0-15,0 0 15</inkml:trace>
  <inkml:trace contextRef="#ctx0" brushRef="#br0" timeOffset="34336.06">3194 11070 0,'-11'0'141,"-22"11"-125,12 0-16,-12-11 15,0 0-15,0 11 16,11-11-16,11 11 15,-11 0-15,-10-11 16,-100 109 47,89-65-32,10 54 0,33-76-31,-11 98 31,11-21 16,0-34-31,0-10-1,22 0 1,0-22 0,-12-12-1,1-10 1,11 11 0,44 11-1,-22 0 1,43 11-1,-21-12 1,21 12 0,12 11-1,-12-22 1,-32-11 0,-44-22 15</inkml:trace>
</inkml:ink>
</file>

<file path=ppt/ink/ink4.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32:50.149"/>
    </inkml:context>
    <inkml:brush xml:id="br0">
      <inkml:brushProperty name="width" value="0.05292" units="cm"/>
      <inkml:brushProperty name="height" value="0.05292" units="cm"/>
      <inkml:brushProperty name="color" value="#FF0000"/>
    </inkml:brush>
  </inkml:definitions>
  <inkml:trace contextRef="#ctx0" brushRef="#br0">7067 5207 0,'0'0'0,"-11"0"0,0 0 16,0 0-16,-11 0 16,0 0-16,0 0 15,11 0-15,-22 0 16,11 0-16,-10 0 15,-12 11 1,-153-11 31,22 0 0,-55 11-16,44 21 0,22 23 1,88-33-17,65-11-15,-44 11 16,44-11-1,-22 22 1,11-22 0,0 32-1,-10 1 1,-1 11 15,11 10-15,11-21-1,11-11 1,-22 33 0,22-1-1,0-10 1,0 0 0,0-12-1,11 12 1,0 11-1,0-12 1,11 12 0,11 0-1,-11 21 1,32-10 0,-32-23 15,11 1-31,0 0 15,0 32 1,21-10 0,1 32-1,0-21 1,-12-1 0,1 34-1,-11-23 1,33 44-1,-45-76 1,34 21 0,-22-32-1,33 11 1,-45-33 15,12-1-15,11-10-1,-11-22 1,11 22 0,10-22-1,-10 0 1,0 11 0,-11 0-1,-1-11 1,12 0-1,0 11 1,-33-11 0,0 0 15,0 0 0,11 0-15,-11 0 46,0 0 1</inkml:trace>
  <inkml:trace contextRef="#ctx0" brushRef="#br0" timeOffset="4767.35">6684 8576 0,'11'0'47,"21"0"-31,-10 0-16,0 0 15,-11 0-15,131 0 63,-54 0-1,-23 0-15,-32 0-47,22 0 47,-44 0 47</inkml:trace>
  <inkml:trace contextRef="#ctx0" brushRef="#br0" timeOffset="7511.75">7657 8576 0,'11'0'47,"0"0"-32,0 0 1,131 0 47,11 0-17,-21 0-14,32 0-1,87 0 0,-152 0-31,-34 0 16,67 0-1,-56 0 1,-10 11 0,-22-11-1,-12 0 1,23 0 0,-11 0-1,76 11 16,-21 0-15,-23-11 0,-54 11-1,-11-11 48,0 0 62,0 0-110,11 11 1,-11-11 0,11 0-1,10 0 1,-10 0 0,22 0-1,0 0 1,43 0-1,1 0-15,131 32 16,-66-32 0,-99 0-1,-43 0 32,-22 0 219,-10 0-251,10-11 1,-11 0 0</inkml:trace>
  <inkml:trace contextRef="#ctx0" brushRef="#br0" timeOffset="9913.2">10250 8620 0,'22'0'78,"-11"0"-62,32 0 15,23 0 0,0 0 0,-34 0 1,23 0-1,98 0 0,-76 0-15,-66 11-16,0-11 15,11 10 1,-11-10 0,-1 0-1,1 0 1,0 11 15,0 0-15,33-11-1,33 0 1,-12 11-16,-21-11 16,43 11-1,-65-11 1,11 0 0,-22 0-1,22 0 1,11 0-1,21 0 1,23 0 0,-1 0-1,12 0 1,-12 0 15,-21-11-15,-33 11-1,54-22 1,-10 22 0,-22 0-1,21-11 1,-43 1 0,0 10-1,-22 0 16,11-11-15,10 11 15,-21 0-15,0-11-16,0 11 62</inkml:trace>
  <inkml:trace contextRef="#ctx0" brushRef="#br0" timeOffset="17336.78">6924 9604 0,'33'0'109,"11"0"-93,-11 0-16,65 0 31,219 0 16,-65 0-16,-88 0 1,-55 0-1,-65 0-15,-33 0-1,33 0 1,54 0-1,121 11 1,44 11 0,21-22-1,-43 0 1,54 0 0,-43 0-1,-66 0 1,-55-11-1,0 11 1,0 0 0,77 0-1,-55-22 1,-32 0 0,-23-11-1,1-10 16,43 21-15,44-11 0,22 0-1,-22 22 1,-77 11 0,0-11-1,1 11 1,54-22-1,-55 22 1,-10 0 0,10 0-1,-10 22 1,-23-11 0,-10 0 15,10-11-16,12 11 1,-12 11 0,1-11-1,-33-11 1,21 11 0,-32 0-1,0-11 1,-22 0 62</inkml:trace>
  <inkml:trace contextRef="#ctx0" brushRef="#br0" timeOffset="26426.01">2286 12361 0,'-11'0'141,"0"0"-126,-21 0 1,10 0-1,11 0 1,-66 11 15,33 10 1,12-21-1,-1 0 0,-11 33 0,22-22-31,-11 0 32,22 0-17,0-11 1,0 0 15,-10 0 0,21 11 32,-11 0-48,-11 11 1,-11 22-16,0-12 16,-22 34-1,45-33-15,-12 0 16,0-1 0,11-10 15,0 0-31,0-11 31,0 11-15,11-11-1,-22 44 1,0-33 0,0 32-1,11 1 1,-21-11-1,10 21 1,22-43 0,-22 22-1,11-22 1,0 32 0,-11-21-1,11 0 16,0 11-15,11-11 0,-11-1-1,0-10 1,11 44 0,-11-33-1,0 11 1,11-1-1,0-10 1,0 22 0,0-33-1,0 21 1,0 1 0,11 0-1,0 11 16,-11-23-15,11 34 0,0-33-1,0 0 1,0 0 0,0-1-1,11 12 1,0 0-1,11 22 1,-33-45 0,32 34-1,-21-33 1,22 22 0,-11-33-1,0 21 16,0-21-15,-11 0 0,11 0-1,0 11 1,10 11 0,12-22-1,0 22 1,11-22-1,-1 21 1,23 1 0,-1 0-1,1-22 1,10 11 0,12 22-1,-12-33 16,12 11-15,-55-1 0,-12-10-1,1-11 1,0 11 0,22 0-1,-44-11 1,0 0 46,0 0-46</inkml:trace>
  <inkml:trace contextRef="#ctx0" brushRef="#br0" timeOffset="28119.97">2089 14559 0,'11'0'109,"11"11"-93,11-11-16,0 0 15,-11 0-15,10 0 16,-10 0-16,0 0 16,88 11 15,185 11 16,-164-22-16,77 11 0,11-11 0,-132 0 1,-76 0-32,33 0 15,11 0 1,-1 0 15,-21 0-15</inkml:trace>
  <inkml:trace contextRef="#ctx0" brushRef="#br0" timeOffset="29208.38">4758 14439 0,'11'0'31,"11"0"-15,0 0-16,22 0 16,153 22 15,612 54 16,-612-65-16,-186-11 0,77 0 1,-23 11-1,-54-11-16</inkml:trace>
</inkml:ink>
</file>

<file path=ppt/ink/ink5.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34:29.046"/>
    </inkml:context>
    <inkml:brush xml:id="br0">
      <inkml:brushProperty name="width" value="0.05292" units="cm"/>
      <inkml:brushProperty name="height" value="0.05292" units="cm"/>
      <inkml:brushProperty name="color" value="#FF0000"/>
    </inkml:brush>
  </inkml:definitions>
  <inkml:trace contextRef="#ctx0" brushRef="#br0">21342 8849 0,'0'0'0,"-11"0"15,0 0 1,0 11 0,-11-11 46,33 0 32,55 0-78,-23 0-16,23 0 15,0 0-15,76 11 16,33 0-1,-33 0 1,0 11 0,-21-22-1,-34 11 17,-10-11-17,-1 0 1,-21 11-1,-22-11 1,-22 0 0,0 0 15,0 0-15</inkml:trace>
  <inkml:trace contextRef="#ctx0" brushRef="#br0" timeOffset="4919.88">21364 9451 0,'11'0'62,"54"0"-46,23 0-16,437 55 31,0 54 1,-306-76-1,-176-33-16,-32 0 17,0 0-17,11 0 1,0 0 0,0 0 15</inkml:trace>
  <inkml:trace contextRef="#ctx0" brushRef="#br0" timeOffset="6438.68">6738 6607 0,'11'0'15,"55"0"1,43-11-16,12-11 16,32 11-16,55-11 15,-55 11-15,175-32 31,-131 10 1</inkml:trace>
  <inkml:trace contextRef="#ctx0" brushRef="#br0" timeOffset="7254.77">12831 6607 0,'0'11'78,"99"-11"-78,152 0 0,460 0 31,0 0-15,-120 0-1,-339 0 1,-176 0-1</inkml:trace>
  <inkml:trace contextRef="#ctx0" brushRef="#br0" timeOffset="7831.38">17863 6607 0,'0'0'15,"383"0"1,-252 0-16,-21 0 16,43 0-1,175 44 1,-219-44-1</inkml:trace>
  <inkml:trace contextRef="#ctx0" brushRef="#br0" timeOffset="19463.12">1881 8729 0,'-10'0'32,"-1"0"-1,0 0-15,0 0-1,0 0 1,-33 0 15,0 0 0,22 11 16,1-11-16,10 0-31,0 0 16,0 0 0,0 0-1,-22 33 1,0-11 0,11-1-1,0 12 1,11-11-1,-32 33 1,32-33 0,-11 0-1,22-11 17,-11 10-17,-11 12 16,22-22-15,-11 22 0,0-22-1,11 11 1,-11 0 0,11-11-1,0 0 1,0 10-1,-11 34 1,11-33 0,0 0-1,0-11-15,0 11 16,0 11 15,0-12-15,0 12-1,0-22 1,0 11 0,0 0-1,0 0 1,0 0 0,0 10-1,11 1 1,-11 22-1,11-22 1,-11-11 0,0 11-1,11-33 17,0 21-17,0 1 1,-11 0-1,22-11 1,0 22 0,-11-11-1,11 22 1,-1-34 0,-21 1-1,11-11 1,0 22-1,0-22 1,0 0 0,0 0-1,0 0 1,0 0 46,11 0-30,-11 0-17,11 0 1,-11 0 46,0 0-30,0 0-32,-1 0 31,1 0-15,0 0-1,0 0 1</inkml:trace>
  <inkml:trace contextRef="#ctx0" brushRef="#br0" timeOffset="32214.94">21276 10063 0,'22'0'47,"44"0"-32,185-32 1,99 21 15,383 22 1,-536 0-32,197-11 31,-350 0-16,-33 0 1,0 0 15,10 0-15,12 21 0,-11-10-1,-44 0 141</inkml:trace>
  <inkml:trace contextRef="#ctx0" brushRef="#br0" timeOffset="37886.99">1728 10053 0,'0'0'0,"-22"0"16,-32 10 47,43-10-63,-22 0 46,22 11-14,-11-11-1,11 0-15,0 0-1,0 11 1,-10 0-1,-12 11 1,22-11-16,-11 0 16,11 0-1,-11 11 1,11 0 15,-11 11-15,-11-1-1,22 1 1,-10 11 0,10-33-1,0 33 1,-22-1 0,22 1-1,-11 11 1,11 0-1,0-34 1,-11 34 0,22-22-1,0 0 1,-11-11 15,11 32-15,-11-32-1,1 22 1,10-11 0,0 43-1,0-32 1,0 22 0,0-23-1,0 1 1,0 22-1,21-1 1,1 23 0,22-22-1,-22-1 17,22 1-17,-22 10 1,21-10-1,1-11 1,11 10 0,-11 1-1,-1-22 1,-10 0 0,11-1-1,-22-21 1,0 0-1,-1-11 1,12 22 0,11-11-1,22 10 1,-55-21 0,21 0 15,1 0-16,-11 0 1,-11-11 0,0 0-1,0 0 1,0 0 15</inkml:trace>
  <inkml:trace contextRef="#ctx0" brushRef="#br0" timeOffset="76855.05">3654 9943 0,'0'0'16,"54"0"-1,-32 0-15,-11 0 0,0 0 110,11 0-95,-11 0 1,87 0 15,-43 0 0,11 22 1,-12-22-17,-32 0-15,22 0 16,0 0 0,-11 0-1,-1 0 16,1 0-15,-11 0 0,22 0-1,0 0 1,21 22 0,-21-11-1,0-11 1,-22 0-16,32 11 15,-21-11 1,11 0 0,0 0-1,-12 0 1,12 0 0,11 0 15,-22 0-16,21 0 1,1 0 0,-11 0-1,-22 0 1,0 0 0,-11 0-1,10 0 1,1 0-1,11 0 1,22 0 0,21 0-1,-10 0 1,-22 0 0,0 0 15,-34 0-16,12 0 1,22-11 0,11 11-1,-11 0 1,-12 0 0,-21 0-1,22 0 1,-11 0-1,11 0 1,11 0 0,-23 0 15,-10 0-15,0 0 46,0-11-62,0 11 16,55 0-1,-22 0 1,-1 0 0,-10 0-1,11 0 1,-11 0-1,-22 0 1</inkml:trace>
  <inkml:trace contextRef="#ctx0" brushRef="#br0" timeOffset="80880.63">2910 10589 0,'-11'0'31,"0"0"-15,-33 0 15,0 0 0,12 10 1,-12 1-1,-22 22 0,-10-11 0,65 0-31,-22-22 16,11 22 0,-11-11-1,22 0 17,-33 11-17,33-22 1,1 11 15,-1-1-31,-22 1 16,0 11-1,11-11 1,0 11 0,0 0-1,22-11 1,-22 11-1,1 11 1,10-1 0,0-10-1,11 0 17,0-11-17,-22 22 1,22-11-1,0 11 1,0-22-16,0 10 16,0 1-1,0 22 1,0-11 0,0 0-1,0-22 1,0 11-1,0-12 1,0 1 15,0 0-15,11 0 0,-11 22-1,22 11 1,0-11-1,-12-1 1,1 1 0,11 0-1,0 0 1,-11 0 0,11-22-1,-11 11 1,0-11-1,0-1 1,0 1 31,-11 0-47,11 0 16,0 0-1,0-11 1,-1 11-1,12 0 1,22 11 0,0-11-1,-22 11 1,54 32 0,-54-43-1,11 11 1,0-11-1,-33 0 1,11-11 15</inkml:trace>
  <inkml:trace contextRef="#ctx0" brushRef="#br0" timeOffset="108783.12">1663 12437 0,'0'33'32,"0"22"-17,0-12-15,0-21 16,0-11-16,11 33 15,0 22 17,-11-23-17,0-32 17,0-54 46,0-56-47,0 55-15,0 33-1,11 66 79,-1 11-78,-10-33-16,0-12 15,0-10 1,0 11-1,0-55 95,-10-10-110,-12-23 15,-11-54 1,22 65-16,-11 22 16,22 22-1,0 121 79,11-56-94,0 34 16,-11-23-16,0-10 15,0 33 1,0-23 0,-11-43-1,11-76 63,0-34-62,0 44-16,0-21 16,0-12-16,0 44 15,0-21 1,11 32-16,0 0 15,-11 0 1,11 55 31,22 76-31,-12 55-1,-21-109 1,0-22-1,0-77 79,0-33-94,0 12 16,0-77-1,0 98-15,0 22 16,0 0 0,0 88 46,0 10-46,0 12-16,0-45 15,0 45 1,0-66-16,-10 33 16,-1-77 77,11-44-77,-11 11-16,11 1 16,0 10-16,0 11 15,0 0 1,0 11 0,11 22-1,-11 33 48,21 120-48,-21-76-15,0 0 16,0-23 15,0-32-15,0-66 46,11-43-46,0 10-16,-11-10 16,11 32-16,-11 0 15,0 1 1,0 43-1,0 33 48,0 54-63,0 44 16,11-32-1,-11 32 1,0-43-1,0-33 1,0-66 62,0-55-78,0 12 16,0-1-16,0 0 15,0 44-15,0 11 16,0 22 47,33 66-63,-11 11 15,-11-12 1,0-43-1,-11-11 1,0-33 78,0-77-94,0 1 15,11 10-15,0 23 16,-11 10 0,0 11-16,0 11 15,0 66 48,11 65-63,-11 12 15,0-34 1,-11 22 0,11-76-1,0-22 1,-11-11 46,0-54-46,-11-45-16,-11-54 16,11 33-1,22 65 17,0 77 30,0 87-62,11 33 16,-11-21-16,0-34 15,0 1 1,0-55 0,0-88 46,0-33-46,33-109-1,-33 77-15,0-33 32,0 98-17,0 121 32,0 54-47,0-21 16,-33 32-1,22-98 1,0-55 62,-22-33-62,12-21-16,-12-12 15,11 33-15,11 23 16</inkml:trace>
  <inkml:trace contextRef="#ctx0" brushRef="#br0" timeOffset="109006.54">1597 12656 0,'0'55'47,"11"76"-47,0-22 16,-11 66-1,0-76 1,-11-34 0,11-43-1</inkml:trace>
  <inkml:trace contextRef="#ctx0" brushRef="#br0" timeOffset="144311.13">12087 10238 0,'33'0'78,"-11"0"-78,-11 0 15,55-10 17,-44 10-1,-11-22 0,-11-11 0,0 11 1,-33-11 14,22 33-46,-11 0 16,-22-11 0,0 0-1,23 11 1,-12 0 0,22 0-1,0 0 1,0 0-1,0 0 1,0 0 0,0 11-1,11 0 1,-11 0 0,11 11-1,0 0 1,33 22 15,11-12-15,43 1-1,-43-22 1,22 22 0,-1-22-1,-10 11 1,-22-11-1,11 0 1,-12-11 0</inkml:trace>
  <inkml:trace contextRef="#ctx0" brushRef="#br0" timeOffset="144913.24">12536 10096 0,'0'0'0,"11"88"16,0-34-16,-11-21 15,11 0-15,0-11 16,-11 0-16,0-11 16,0 0 15,-11-22 31</inkml:trace>
  <inkml:trace contextRef="#ctx0" brushRef="#br0" timeOffset="145343.04">12733 10392 0,'0'-11'94,"0"-11"-78,0 11-1</inkml:trace>
  <inkml:trace contextRef="#ctx0" brushRef="#br0" timeOffset="145591.07">12623 10063 0</inkml:trace>
  <inkml:trace contextRef="#ctx0" brushRef="#br0" timeOffset="146248.01">12875 10370 0,'0'-33'78,"-11"11"-78,0-11 15,-11-32-15,11 21 16,0-22-16,-10-65 16,21 43 15,0 34-16,11-1 1,-1 33 0,12 0-1,33 0 1,-33 12 0,44 10-1,10 10 1,-10 12-1,-23-11 1,-21 0 0</inkml:trace>
  <inkml:trace contextRef="#ctx0" brushRef="#br0" timeOffset="146855.07">12919 10096 0,'22'0'94,"11"0"-79,32 0 1,12-11 15,-66 11 0</inkml:trace>
</inkml:ink>
</file>

<file path=ppt/ink/ink6.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37:57.964"/>
    </inkml:context>
    <inkml:brush xml:id="br0">
      <inkml:brushProperty name="width" value="0.05292" units="cm"/>
      <inkml:brushProperty name="height" value="0.05292" units="cm"/>
      <inkml:brushProperty name="color" value="#FF0000"/>
    </inkml:brush>
  </inkml:definitions>
  <inkml:trace contextRef="#ctx0" brushRef="#br0">8926 5830 0,'22'0'140,"11"0"-124,0 0-16,-22 0 16,0 0-16,54 0 62,12 11-31,10 11 1,-54-11-32,66 11 31,-12-11 0,-32 0 0,-22-11-15,10 11 0,-21 0-1,11 0 17,-22-11-17,11 0 1,-11 0-16,11 0 15,-1 0 1,1 0 0,0 0-1,0 0 1,-11 0 0,22 0-1,-11 0 1,22 0-1,-34 0 1,12 0 15,22 0-15,-22 0 0,0 0-1,11 0 1,10 0-1,-32-11 1,0 0 0,11 11-1,-11 0 1,0 0 0,0-11-1,0 11 16,0 0-15,-11-11 0,-11 11 109,0 0-110,0 0 1,0 0-16,0 0 16</inkml:trace>
  <inkml:trace contextRef="#ctx0" brushRef="#br0" timeOffset="30903.83">21604 9593 0,'11'0'109,"22"0"-93,44 0-16,109 0 15,32 0 1,1 0 0,-11 0 15,-120 0-31,-34 11 16,77 11-1,-21-11 1,-66-11-1,-1 11 1,-21-11 0,0 11-1,-11-11 1</inkml:trace>
  <inkml:trace contextRef="#ctx0" brushRef="#br0" timeOffset="32289">21254 10107 0,'0'0'0,"44"0"0,33 11 15,-12 0-15,34 0 16,10 0-16,0 11 16,12-11-16,119 0 31,286 0 0,-209 11 0,-66-1 1,-54-10-1,-87-11 0,-56 0 0,-10 0-15,-11 0 0,33 0-1,-56 0-15,12 0 16,0 0-1,-11 0 1</inkml:trace>
  <inkml:trace contextRef="#ctx0" brushRef="#br0" timeOffset="43409.5">8500 11059 0,'10'0'47,"1"0"-47,0 0 31,11 0 0,-11 0-15,22 0 15,-11 0 1,0 11-32,21-11 31,-10 0 16,-11 0-32,0 0 1,0 11 0,0-11-1,-11 0 1,0 0-1,22 0 1,-23 0-16,12 0 16,-11 0-1,0 0 1,11 0 0,0 0-1,-11 0 1,11 0 15,11 0-15,-22 0-1,10 0 1,1 0 0,33-11-1,-11 11 1,-11-11-1,-23 11 1,12 0 0,-11-11-1,11 11 1,-11 0 0,33-11-1,-11 0 1,10 11 15,-32 0-15,22 0-1,-11 0 1,11 0 0,0 0-1,10 0 1,1 0-1,-11 0 1,22 0 0,-12 0-1,-10 0 1,-22 0 0,11 0-1,-11 0 1,22 0 15,-22 0-15,0 0 15,0 0-15,0 0-1,0 0 1,0 0 15,-1 0-31,1 0 31,0 0 32,0 0 15,-22 0 188</inkml:trace>
  <inkml:trace contextRef="#ctx0" brushRef="#br0" timeOffset="48017.64">10589 11048 0,'22'0'15,"-11"0"1,0 0-16,0 0 16,-1 0-1,1 0 1,11-11 15,-11 11-15,22 0 15,44 0 16,-1 0-16,-21 0-15,11 0-1,-23-11 1,-10 11 0,11-11-1,-11 0 1,21 11-1,-10 0 1,-11 0-16,11 0 16,10 0-1,1 0 17,0 11-17,-22-11 1,-1 0-1,-21 0 1,11 0 0,-11 0-1,0 0 1,22 0 0,-22 0-1,22 0 1,-11 0-1,-1 0 1,23 0 0,-11 0-1,22 0 17,-12 0-17,56 0 1,-33 0-1,-1 0 1,-10 0 0,-11 0-1,10 0 1,-32 0 0,11 0-1,0 0 1,11 11-1,-1-11 1,12 0 0,-11 0-1,0 0 17,10 0-17,-32 0 1,44 0-1,-1 0 1,12 0 0,-22 0-1,10 0 1,1-11 0,-11 11-1,-23 0 1,23 0-1,-11-11 1,0 0 0,10 0-1,12 11 17,-22-11-17,21 11 1,-21 0-1,-11 0 1,0 0 0,-11 0-1,10 0 1,23 0 0,0-11-1,-11 11 1,32 0-1,-43 0 1,0 0 0,-11 0-1,0 0 17,21 0-17,12 0 1,-22 0-1,0 0 1,-22 0 0,10 0-1,12 0 1,11 0 0,11 0-1,-44 0 1,0 0-1,10 0 17,-10 0-17,0 0 17,11 0-17,-11 0 1,0 0-1,0 0 32</inkml:trace>
  <inkml:trace contextRef="#ctx0" brushRef="#br0" timeOffset="62243.02">4244 11715 0,'11'0'32,"44"0"-17,0 0 16,21 22 1,99-11-1,164 0 0,-32 0 0,-100-11 1,-42 0-17,-67 0-15,0 0 16,110 11 0,-76-11-1,-34 0 1,-54 0-1,-1 0 1,23 0 0,33 0-1,-1 0 1,55 0 0,0 0-1,-76-11 1,32 11-1,12-22 17,21 22-17,-22-11 1,-43 11 0,-34 0-1,-21 0 1,22 0-1,0 0-15,21 0 16,-43 0 0,55-11-1,-22 11 1,-12 0 0,12 0-1,65 0 1,1-11-1,32 11 17,-33 0-17,1 0 1,-34 0 0,-10-11-1,-12 11 1,56 0-1,-23 0 1,-10 0 0,-23 0-1,1 0 1,32 0 0,34 0-1,10 0 1,-22 0-1,-11 0 17,-32 0-17,32 0 1,-10 0 0,-1 0-1,1 11 1,-12 0-1,-10 0 1,-12 0 0,89 0-1,-89 11 1,12-11 0,-12 0-1,1-11 1,43 22 15,-10-1-15,21-10-1,-21 0 1,-12 0 0,-10-11-1,-33 11 1,-12-11-1,23 0 1,11 0 0,21 0-1,12 0 1,87 0 0,-88 0-1,1 0 1,-34 0 15,12-11-15,-23 11-1,12 0 1,-11-11 0,-11 0-1,-23 11 1,-10 0 15,0-11-31,33 1 16,-22 10-1,11-11 1</inkml:trace>
  <inkml:trace contextRef="#ctx0" brushRef="#br0" timeOffset="67553.03">11584 11704 0,'11'0'16,"11"0"-16,11 0 15,142 0 1,-98 0-1,43 11 1,44-11 15,-131 0-31,54 11 32,-21-11-1,-11-11 0,43 11 0,-54 0 16,-33 0 0,0 0-31,11 0-16,-1 0 15,-10 0-15,22 11 16,0-11 0,-22 0-1,11 11 1,-11-11-1,-11 11 142,-22-11-157,11 0 15,-11 0 1,0 11 0,-33 0-1,-10-11 1,-12 0-1,-10 0 17,-23 0-32,1-22 15,21 0 17,34 11-32,-23 11 15,55 0 1,-32 0-1,10 0 1,22 0 0,-22 0-1,22 0 1,0 0 0,1 0-1,-1 0 1,0 0-1,11-11 1,-33 0 15,44 0-31</inkml:trace>
  <inkml:trace contextRef="#ctx0" brushRef="#br0" timeOffset="82145.19">21626 11354 0,'11'-11'62,"22"11"-62,44 0 16,229 0 15,0 0-15,55 22 15,-317-22-16,196 22 17,-21 11-1,-22-22 0,-131 0-15,10 11-1,-21-11 1,-11-11 0,-22 0-1</inkml:trace>
  <inkml:trace contextRef="#ctx0" brushRef="#br0" timeOffset="85216.16">10009 8116 0,'11'0'62,"33"11"-62,21 0 16,-21 0-16,-11-11 16,0 11-16,218 44 78,56-22-47,-1-22 0,-22 21 0,23-21 1,-253-11-17,-21 0 1,-11 0 0,0 0-1,-11 0 1,0 0-1,22 0 1,-22 0 0,10 0-1,-10 0 32</inkml:trace>
</inkml:ink>
</file>

<file path=ppt/ink/ink7.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40:16.933"/>
    </inkml:context>
    <inkml:brush xml:id="br0">
      <inkml:brushProperty name="width" value="0.05292" units="cm"/>
      <inkml:brushProperty name="height" value="0.05292" units="cm"/>
      <inkml:brushProperty name="color" value="#FF0000"/>
    </inkml:brush>
  </inkml:definitions>
  <inkml:trace contextRef="#ctx0" brushRef="#br0">1958 6071 0,'-11'0'172,"0"0"-156,-22 0-16,11 0 15,-10 11 16,10-11-15,0 11 0,11-11-1,0 0 1,0 11 0,0-11-16,0 0 31,0 0-16,0 11 17,0-11-32,0 0 31,1 11-15,-34 32-1,-11 45 1,0-1-1,34-43 1,-12 22 0,0-22-1,11-1 1,11-21-16,0-11 16,-11 33-1,11-22 1,-11 11-1,11-1 1,1 1 0,-12 0 15,11 22-15,-11-12-1,11 12 1,-11 11-1,-11-1 1,22-21 0,11-22-1,-11 11 1,11 11 0,-11 21-1,0 1 1,1 10-1,10 12 1,0-22 0,0 10 15,0-21-15,21 21-1,-21-10 1,11-22-1,11 0 1,-11-1 0,-11 1-1,22 11 1,-11-12 0,0 1-1,0 0 1,11 0-1,0-1 1,-11 12 0,-1-44 15,12 66-15,-11-44-1,11 21 1,-11-21-1,11 11 1,-22-22 0,11-11-1,0 21 1,11-10 0,-11-11-1,11 22 1,10 0-1,-10-22 1,0 0 0,11 22 15,0-23-15,11 12-1,-34-11 1,12 0-1,0-11 1,0 11 0,-11-11 15,11 11-31,-11 0 16,33-11-1,-12 11 1,23 0-1,-33-11 1,11 11 15,-11-11-15,11 11 0,-12-11-1,1 0 1,11 0-1,-22 0 1,44 11 0,-12-11-1,34 0 1,-33 0 0,-11 0-1,21 0 1,-32 0 15,0 0-31,-11 0 31,22 0-15,-22 0 15,0 0-15,0 0-1,0 0 1,10 0 0,-10 0 15,0 0-31,11 0 16,0 0-1</inkml:trace>
  <inkml:trace contextRef="#ctx0" brushRef="#br0" timeOffset="4016.16">2221 9068 0,'-22'0'110,"-11"0"-95,11 0 1,-98 33 15,43-11 1,11 22-17,1-12 1,43-10-16,0-11 15,-11 11 1,0 0 0,12 0-1,-1 11 1,11-12 0,-11 23-1,-11 11 1,11-22 15,11 0-31,-11-1 16,11 1-1,1 0 1,-1 22 0,-11-12-1,11 1 1,0-11-1,0-11 1,11 11 0,0-22-1,0 11 1,0-1 0,0 34-1,0-22 16,0-11-15,0 11 0,0-12-1,0 1 1,0 11 0,0-11-1,0 0 1,22 11-1,-22-22 1,11 21 0,32 12-1,-21-11 1,33 11 0,-33-11-1,11-1 16,32 12-15,-21-22 0,11 11-1,-11-11 1,10 11 0,-32-12-16,-11-10 15,44 33 1,-22-33-1,-1 0 1,-21-11 0,0 0-1,11 11 1,-11-11 0,0 0-1,0 0 32,0 0 0,11 0 328,0 0-375,-11 0 16,10-11-16,1 11 15,-11 0 16,0 0 1,0 0-1,0 0-15,0-11-1,33 0 16,-11 0 1,10 0-1,1 0-15,-33 11-1,11 0-15,0-22 16,-11 22 15</inkml:trace>
  <inkml:trace contextRef="#ctx0" brushRef="#br0" timeOffset="6505.64">2057 10840 0,'0'11'93,"-11"-11"-77,0 0 0,-11 11-1,11 0 1,-11-11-1,-164 44 32,98-22-15,56-1 14,21-21-46,-33 11 32,22 0-17,0-11 1,11 0 0,-22 44-1,-21 33 1,10-45-1,11 23 1,0-33 0,11 11-1,1 0 1,-1-1 15,0 1-15,11 11-1,-11 0 1,11-22 0,0 32-1,0-10 1,0 0 0,11 0-1,-11-12 1,11 23-1,0 0 1,0 0 0,0-1-1,0-32 1,11-11 15,-11 11-15,11 22-1,-11-22 1,22 32 0,-22 23-1,11-44 1,0 10 0,-11-10-1,33 22 1,-22-22-1,0-11 1,11 10 0,10 12-1,-21-33 1,0 11 0,0-11 15,0 0-16,11 0 1,-11 0 0,33 11-1,-22-1 1,10-10 0,-10 0-1,0 0 1,0 0-1,0 0 1,0 0 0,-11-11-1,22 11 17,-12 0-1,56 22-16,-22-11 1,10 10 0,-10 1-1,-22-11 1,0-22 0,-22 22-1,0-22 1,-1 0-1,1 0 48,0 0 156</inkml:trace>
  <inkml:trace contextRef="#ctx0" brushRef="#br0" timeOffset="11708">5459 11584 0,'0'0'0,"21"0"16,-10 0-16,0 0 15,11 0-15,0 0 16,11 0-16,-11 0 15,0 0-15,218 0 63,252 0-16,-240 0-16,-66 0 0,-153 0-31,54 0 16,23 0 0,-1 0-1,-10 0 1,-34 0-1,-43 0 17,-11 0-17,0 0 1,0 0 156,0 0-172,22 11 15,0-11-15</inkml:trace>
  <inkml:trace contextRef="#ctx0" brushRef="#br0" timeOffset="13158.89">8270 11562 0,'22'0'94,"-11"0"-94,0 0 15,21 0-15,132 11 32,-21 11-1,10-11 0,0-11 0,-11 0 1,88 0-1,-110 0-15,-43 0-1,-12 0 1,1 0 15,11 0-15,-45 0-16,56 0 15,10 0 1,-32 0 0,11 0-1,-23 0 1,-10 0-1,-22 0 1,0 0 0,-11 0-1,0 0 1,0 0 0,0 0 15,-1 0-16</inkml:trace>
  <inkml:trace contextRef="#ctx0" brushRef="#br0" timeOffset="15303.54">11497 11573 0,'11'0'78,"0"0"-78,0 0 16,10 0-16,78-11 31,87 11 16,-44 0-16,-22 0 0,-32 0 16,-55 0-16,-22 0-15,11 0 0,-12 0-1,1 0 1,0 0 0,0 0-1,11 0 1,-11 0-1,44 0 1,0 0 0,10 0-1,-54 0-15,0 0 16,22 0 15,-22 0 47,0-11-31</inkml:trace>
  <inkml:trace contextRef="#ctx0" brushRef="#br0" timeOffset="24152.35">8314 12164 0,'10'0'109,"45"0"-93,0 0-16,142 0 16,164 0 30,-132 0-14,-141 0-1,-55 0-15,54-11-1,-32 11 1,0-11-1,-12 11 1,-32 0 0,0 0 156</inkml:trace>
  <inkml:trace contextRef="#ctx0" brushRef="#br0" timeOffset="25385.77">10469 12164 0,'10'11'47,"1"-11"-31,121 21 15,10-21-15,153 0 31,-120-10-1,-22-1-14,-32 0-1,-88 11-31,54 0 16,-21 0-1,-12 0 1,12 0-1,0 0 1,-1-11 0,-10 0-1,11 0 1,-1 0 15,-10 11-15,-22 0-1,-22 0 1,0 0 15,0 0-15,-1 0-16,1 0 16,-22 11 202,1 11-218</inkml:trace>
  <inkml:trace contextRef="#ctx0" brushRef="#br0" timeOffset="41192.48">2144 12831 0,'-11'0'31,"0"0"-31,-11 0 32,-21 0-17,-1 0 1,-55 11 15,1 0 16,65 0-31,-11 0-1,22-11 1,1 0-16,-23 0 15,-11 22 1,22-11 0,-10-11-1,-1 10 1,22 1 0,11-11-1,-11 11 1,0 22-1,-11 11 17,-21 32-17,10 1 1,22-44 0,22 0-1,0-11 1,0-1-1,0 1 1,0 11 0,11 11-1,-11-11 1,11-1 0,-11 1-1,22 44 1,-22-33 15,0 10-15,11 12-1,0-11 1,0 10 0,0-21-1,-1 0 1,1 10-1,11-21 1,-11 11 0,11-11-1,22 11 1,0-1 0,10 1-1,-10 0 1,0-11 15,32 10-15,-21-10-1,0 0 1,-1 0 0,-10 0-1,33 0 1,-55-12-1,43 23 1,23 11 0,-55-22-1,-22-33 1</inkml:trace>
  <inkml:trace contextRef="#ctx0" brushRef="#br0" timeOffset="45214.78">7832 14034 0,'33'0'78,"-22"0"-63,0 0 1,0 0-16,0 0 31,87 0 1,121 0-1,-99 0-16,44 0 1,1-11 0,-78 11-1,44 0 1,-43 0 0,10 0 15,-87 0 94,11 0-94,-11 0-31,0 0 16,0-11-16,22 0 15,-11 11-15,43 0 16,12 0 0,-22 0 15,-45 0-16</inkml:trace>
  <inkml:trace contextRef="#ctx0" brushRef="#br0" timeOffset="49127.93">20467 12251 0,'-22'0'31,"11"0"-31,33 0 219,21 0-219,100 0 16,-23 33-1,11-11-15,11 0 16,-10 0-16,207 54 31,-109-54 0,21-22 1,-185 0-1</inkml:trace>
</inkml:ink>
</file>

<file path=ppt/ink/ink8.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44:16.397"/>
    </inkml:context>
    <inkml:brush xml:id="br0">
      <inkml:brushProperty name="width" value="0.05292" units="cm"/>
      <inkml:brushProperty name="height" value="0.05292" units="cm"/>
      <inkml:brushProperty name="color" value="#FF0000"/>
    </inkml:brush>
  </inkml:definitions>
  <inkml:trace contextRef="#ctx0" brushRef="#br0">18071 8488 0,'0'0'0,"-66"0"16,34 11 0,-1-11-16,-33 0 15,-109 0 1,44 0 15,65 0-31,-32 0 16,-55 0 46,-33 0-30,65 0-1,78 0 0</inkml:trace>
  <inkml:trace contextRef="#ctx0" brushRef="#br0" timeOffset="18246.18">17426 6355 0,'0'0'0,"32"0"0,-21 0 16,22 0-16,0 0 15,416 0 48,-132 0-32,-66 0 0,-141 0 16,-99 0 31,11 0-62,-11 0 0,-1 0-1,1 0 17,0 0-17</inkml:trace>
</inkml:ink>
</file>

<file path=ppt/ink/ink9.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47:17.820"/>
    </inkml:context>
    <inkml:brush xml:id="br0">
      <inkml:brushProperty name="width" value="0.05292" units="cm"/>
      <inkml:brushProperty name="height" value="0.05292" units="cm"/>
      <inkml:brushProperty name="color" value="#FF0000"/>
    </inkml:brush>
  </inkml:definitions>
  <inkml:trace contextRef="#ctx0" brushRef="#br0">20248 6169 0,'22'0'31,"11"0"-31,-12 0 16,-10 0-16,0 0 15,11 0 1,-11 0-16,0-11 15,98 11 17,88 0 15,-142 0-47,350 0 31,-55 0 0,-219 0-15,-21 0-1,-34 0 1,-32 0 0,32 0-1,34 0 1,-12 0-1,34 0 1,-12 0 0,-44-11-1,-43 1-15,11 10 16,-33-11 15,22 11-15,0 0-1,-1-22 1,1 22 0,-22-11 15,0 11-15,0 0 15,11 0-16,-11 0-15,22 0 16,-11-11 15,21 11-15,34 0 15,-12 0-15,1 0-1,-22 0 1</inkml:trace>
  <inkml:trace contextRef="#ctx0" brushRef="#br0" timeOffset="4910.72">1367 7318 0,'0'0'16,"33"0"0,0 0-16,-11-11 15,11 11-15,10 0 16,384 0 46,-121-11-15,-163 0-15,-78 11-32,296-11 31,175 0 0,-262 0 0,-34 0-15,-10-11 0,43 12-1,34-12 1,-12 22-1,-54-11 1,-44 0 0,-143 11-16,45 0 15,-77 0 1,-11 0 0</inkml:trace>
  <inkml:trace contextRef="#ctx0" brushRef="#br0" timeOffset="16296.17">4485 10260 0,'11'0'140,"22"0"-140,-11 0 16,21 0-1,45 0 17,-66 0-32,0 0 15,-11 0-15,-1 0 32,1 0-17,0 0 1,0 0-1,33 0 1,0 0 0,0 0-1,-12 0 1,-21 0 0,0 0-1,0 0 1,11 0 15,-11 0-31,33 0 16,-11 0-1,-12 0 1,1 0 0,-11 0 15,11 0 0,-11 0-15,11 0-16,0 0 15,54 0 1,-32 0-16,44 0 16,-1 0-1,1-11 1,-34 11 15,-10-11-15,0 1-1,0 10 1,-1 0 0,12 0-1,-44 0 1,22 0-1,-11 0 1,32 0 0,-10 0-1,-11 0 1,0 0 0,0 0-1,-1-11 1,-10 11 15,0 0-15,-11 0-1,0 0 1</inkml:trace>
  <inkml:trace contextRef="#ctx0" brushRef="#br0" timeOffset="22719.81">4518 10982 0,'11'0'109,"32"0"-109,-21 0 16,33 0-16,-11 0 16,0 0-16,-1 0 15,1 0-15,-11 0 16,0 0-16,76 0 31,33 0 16,55 0-16,-22 0 1,-44 11-1,-43-11 0,-55 0-15,0 0-1,-1 0 1,12 0 0,11 0-1,-33 0-15,11 0 16,-12 0-1,1 0 1,22 0 0,-22 0-1,11 0 1,0 0 0,-22 0-1,10 0 63,-10 0-62,11 0 15,-11 0 0,0 0 1,0 0-17,0 0 1,33 0 0,-11 11-1,-23-11-15,1 0 16,0 0-1,0 0 17</inkml:trace>
  <inkml:trace contextRef="#ctx0" brushRef="#br0" timeOffset="51590.83">5098 12404 0,'0'-11'156,"10"-10"-140,-10 10-16,22 0 31,-11 0-16,22 0 17,0 11 15,0-11-16,-22 11-31,11 0 31,-12 0-15,12 0-1,-11 0 1,11 0 0,-11 0-1,0 11 32,-11 0-31,11 0-1,0-11 1,-11 22 0,0-1-1,11 1 1,-11-11-1,0 0 1,0 11 0,0-11-1,0 0 1,-11-11 0,11 11-1,-11 0 16,0-11-15,11 11-16,-11 0 31,0-11-15,0 0 0,0 11-1,0-11 1,-11 11 15,12-11-15,-12 0-1,11 0 1,0 0-16,-11 0 16,11 0-1,-11 10 1,11-10-1,0 0 1,-11 0 15,11-10 63,0-1-63,1 0 1,10 0-17,0 0 1,0 0-1,0 0 1,-11 0 0,11 0 46,0 0-62,-11 0 31</inkml:trace>
  <inkml:trace contextRef="#ctx0" brushRef="#br0" timeOffset="71567">5568 10895 0,'33'0'94,"-22"0"-94,0 0 16,21 0 15,-10 0 0,-11 0 1,22 0-1</inkml:trace>
  <inkml:trace contextRef="#ctx0" brushRef="#br0" timeOffset="75346.06">4715 10414 0,'-22'21'171,"22"-10"-139,0 0-17,0 0 1,11 11 0,-11-11 15,11-11 16,32 11-16,-10 0 0,-11-11-31,0 0 16,0 0-1,-33-11 95,-11-11-95,11 22-15,0-11 16,-11 0-16,11 11 16,11-11-1,-11 11 1,0-11 0,11 0-1,-21 11 1,-1 0-1,0 0 1</inkml:trace>
  <inkml:trace contextRef="#ctx0" brushRef="#br0" timeOffset="76047.2">5229 10381 0,'-11'11'32,"11"11"-17,-11-12-15,0 12 16,11 0 0,0 22 46</inkml:trace>
  <inkml:trace contextRef="#ctx0" brushRef="#br0" timeOffset="77134.23">5568 10370 0,'11'0'31,"22"0"-15,43-11 46,-76 22 16,-11 0-62,-32 22 15,32-33 1,0 10-17,11 12 63,0-11-62,0 0 0,11 0-1,0-11-15,-1 11 16,1-11-1,0 11 1,0-11-16,0 0 16,0 0-1,11 0 1,-11 0 0,11 0-1,-11 0 1,11 0-1,-11 0 1,0 0 0</inkml:trace>
  <inkml:trace contextRef="#ctx0" brushRef="#br0" timeOffset="78183.78">6038 10370 0,'22'0'15,"0"0"-15,-11 0 16,0 0-16,11-11 15,0 11-15,-11 0 16,0 0-16,-1 0 16,-42 11 46,10 0-46,0-11-1,0 22 17,11-22 15,11 11-32,11-1 1,33 23-1,-22-22-15,-11 0 32,-11 11-17,0-11 1,0 0 62,-11-11-47,0 11-31,0-11 63,0 0-48</inkml:trace>
  <inkml:trace contextRef="#ctx0" brushRef="#br0" timeOffset="82806.87">9692 13979 0,'0'0'0,"-11"-10"0,-11-1 15,-22-11-15,22 0 16,1 11-16,-12-22 15,-11 0-15,22 22 16,11 0-16,0 0 16,0 1-16,0 10 47,0-22-16,-43-66 16,43 12 0,22 21-16,11 33-16,-11 11 1,32 0-16,1-22 31,11 33-15,-1-22 0,1 11-1,-11 11 1,-11 0-1,-11 0 1,-1 0 0,1 0-1,0 0 1,11 0 0,-11 0-1,0 11 1,0 0-1,0-11 1,-22 22 15,32 22-15,-32-11 0,11 0-1,-11 10 1,0 1-1,0 0 1,-22 0 0,-10 32-1,10-21 1,0-33 0,0 0-1,-11-11 1,-11 0-1,1-1 1,-1-10 15,22 0-15,-22 0 0,-10 0-1,-12 0 1,22-10-1,11 10 1,1 0 0,32-11-1,-11 11 17,0 0 14</inkml:trace>
  <inkml:trace contextRef="#ctx0" brushRef="#br0" timeOffset="136702.57">2560 10971 0,'11'11'172,"65"22"-172,23-11 15,10 0-15,11 0 16,-21 0-16,21-11 16,0 21-16,-32-21 15,0 11-15,-45-22 16,23 11-16,65-11 31,77 0 0,98 11 1,33 11-1,44-11 0,55 0 0,-252-11-15,11 0 0,-11 0-1,-132 0 1,-10 0-1,33 0 1,-12 0 0,-32 0-1,-11 0 1,0 0 0,0 0-1,11 0 1,-1 0-1,1 0 1,11-22 0,-22 22-16,22 0 15,-1-11 1,1 0 0,-22 11-1,-11 0 16,-11-22 251,-88 22-282,-10-11 15,-11 0-15,-285-43 32,-33-23-1,44 33 0,-76 44 0,-88 11 16,427 22-47,-252 0 31,240-33-15,1 0 0,0 0-1,21 0 1,23 11 0,-33-11-1,43 11 1,11-11-16,34 0 15,-45 0 1,-43 0 0,76 0-1,0 0 1,-43 0 0,54 0 15,11 0-16,0 0 1,11 0 0,-11 0-1,-11-11 1,12 11 0,10 0-1,0-11 1</inkml:trace>
</inkml:ink>
</file>

<file path=ppt/ink/ink10.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50:54.620"/>
    </inkml:context>
    <inkml:brush xml:id="br0">
      <inkml:brushProperty name="width" value="0.05292" units="cm"/>
      <inkml:brushProperty name="height" value="0.05292" units="cm"/>
      <inkml:brushProperty name="color" value="#FF0000"/>
    </inkml:brush>
  </inkml:definitions>
  <inkml:trace contextRef="#ctx0" brushRef="#br0">18345 10370 0,'0'0'0,"87"-22"31,-54 11-31,0 11 16,32-11-16,1 11 15,21 0-15,1 0 16,328 0 31,-263 33 0,-22 11-16,-54-1 16,-1 56-16,-32-23-15,-22-10-16,-22-33 15,11 32 1,-11 23 0,-11 21-1,-44 1 1,0-1-1,23-32 1,-1-45 0,0 1-1,-22-11 1,-54 33 15,-22-11-15,-23-12-1,-10-10 1,11-22 0,55 0-1,-44-54 1,-66-12 0,44-11-1,0-10 1,109 54-16,-65-43 15,32 21 1,-10-55 0,32 12-1,22 0 1,22-34 15,33-32-15,88-22-1,240-153 1,-219 230 0,165-110-1,32 33 1,-109 109 0,87 67-1,-32 10 1</inkml:trace>
  <inkml:trace contextRef="#ctx0" brushRef="#br0" timeOffset="6523.36">21943 12207 0,'0'0'0,"-21"0"0,-1 0 16,11 0-16,0 11 15,0-11 1,0 0-16,0 0 31,-22 11 1,22 0-17,-11-11 16,0 0 1,-10 11-1,-1-11-15,0 22 15,0-11-31,-32 22 31,32-11-15,11-11-1,0 11 1,11-1 0,0-10-1,-11 22 1,11-11-1,-11 22 1,22-11 0,0-1-1,-11 1 1,11-11 0,0 11-1,0 0 1,0-11 15,0 10-15,11-10-1,-11 0 1,0-11 0,11 11-1,-11 0 1,11-11-1,-11 0-15,11 0 16,0 11 0,0-1-1,11-10 1,-11 11 0,-11-11-1,22 11 1,-11-11 15,0 0-15,11 11-1,-22-11 1,10 0 0,1-11-1,0 22 1,11-1-1,0 1 17,0-11-17,-11 0 1,11-11 0,-11 11 15,11 0-31,-11-11 31,0 0-15,10 0-1,23 22 1,-22-22 0,0 0-1,11 11 1,0 0-1,-1-11 1,1 0 0,0 0-1,-11 0 1,0-11 0,-11 0-1,11 0 1,-1 0 15,1 11-31,0-11 16,0-11-1,-11 0 1,11 1 0,-22-1-1,11-11 1,0-11-1,-11 0 1,0 1 0,0-23-1,0-11 1,0-43 0,-11 54-1,0 23 1,-11-23 15,11 22-15,-33-21-1,1-1 1,10 33 0,11 22-1,11 0 1,11 0-1,-11 0 1,0-21 0,-22-1-1,22 0 1,0 22 0,11 0-1,-11 0 16,0 11-31</inkml:trace>
  <inkml:trace contextRef="#ctx0" brushRef="#br0" timeOffset="9783.81">17940 13072 0,'0'-11'16,"11"11"31,0-22-31,76-11 15,-21-11 0,98 0 0,153 23 1,-120-1 14,-142 22-30,-44-11-16,21 11 16,-21-11-16,22 11 15,22 0 1,21-11 0,-10 11-1,33 0 1,-12 0-1,1-33 1,-23 33 0,-21-22-1,11 11 1,10 11 0,12 0 15,-33 0-16,21 0 1,-10 0 0,0 22-1,10-22 1,-32 0 0,0 11-1,-22-11 1,0 11-1,22-11 1,-1 11 0,-21 0-1,0-11 1,0 0 0,0 11 15,22-11-16,-11 22 1,0-22 0,-11 11-1,-11 11 1,33 10 0,-1 1-1,-21-22 1,-11 11 62,22 0-62,-11-11-16,11 11 15,-22 10 1,22 12-1,-11-22 1,0 0 0,-11-11-1,11 0 1,-11 0-16,0 0 31,0 22-15,0-12-1,0 12 1,-11 0 0,-11 22-1,-11-1 1,0 1 0,-32 22 15,10-23-16,33-32-15,-33 33 16,1-33 0,-1-11-1,11 0 1,-32 0 0,-1 11-1,11-22 1,23 10-1,-45 1 1,33-11 0,-65 0-1,-22-11 1,22 11 15,54 0-15,11-10-1,-10 10 1,-34-11 0,23 11-1,-12-11 1,44 0 0,1 11-1,-12-11 1,-11-11-1,1 11 1,-12-11 0,55 22-1,0 0 1,-11-22 15,-10 0-15,-12-10-1,11 10 1,11 11 0,12-11-1,10 22 1,0 0 0,11-22 46,0 0-62,-22-44 16,11 34-1,0-1 1,0-11 0,11 22 15,0-22-16,0 1 1,0 32 0,11-33-1,-11 0 1,33 11 0,-33 22-1,22-21 1,-11-1-1,-1 11 1,-10 11 0,0 0-1</inkml:trace>
  <inkml:trace contextRef="#ctx0" brushRef="#br0" timeOffset="31743.1">21659 14592 0,'0'0'0,"-33"-44"16,0 22-16,1-21 15,-12 10-15,11-11 16,11 22-16,0-11 16,0 1-16,11 10 15,-10 0-15,-67-109 78,33 32-46,23-32-1,32-22 0,43-55 0,-21 164-15,0 11-16,33-32 16,21 10-1,23 0 17,76-54-17,-33 43 1,-33 1-1,-10 32 1,-45 11 0,-21 22-16,33-11 15,0 11 1,-12 0 0,-10 0-1,22 11 1,-12 22-1,34 21 1,-1 34 0,12 32 15,-23 12-15,-21-12-1,-22 22 1,-11 77-1,-22-44 1,-44 55 0,-65-55-1,-110 21 1,-44-75 0,-98-66-1,-382-55 1,502 0-1,-306 0 17,459 0-32,-109-88 31,-360-306-15,97 55-1,230 175 1</inkml:trace>
</inkml:ink>
</file>

<file path=ppt/ink/ink11.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52:48.850"/>
    </inkml:context>
    <inkml:brush xml:id="br0">
      <inkml:brushProperty name="width" value="0.05292" units="cm"/>
      <inkml:brushProperty name="height" value="0.05292" units="cm"/>
      <inkml:brushProperty name="color" value="#FF0000"/>
    </inkml:brush>
  </inkml:definitions>
  <inkml:trace contextRef="#ctx0" brushRef="#br0">22239 8641 0,'0'33'31,"-11"-33"-31,11 11 94,0 22-94,0-11 15,0-11-15,-11 76 31,0-21 16,0-22-15,11-33-32,0 21 15,0 1 1,0-11-16,0 0 15,0 55 1,0-12 0,-11 1-1,11 0 1,0-1 0,-11-10-1,11 0 16,0-45-31,0 23 32,0-22-17,11-11 188,22 0-203,-11 0 16,43 0 0,56 0-1,43 33 1,-11-33 0,11 11-1,33 0 1,-44-11-1,77 0 1,-143 11 0,56-11-1,32 0 1,0 0 0,54 0-1,-97 0 1,-1 0-1,33 0 17,-55 0-17,-10 0 1,-66 0 0,-23 0 93,-10-22 16,22-11-109,-11 0-16,11-10 15,11-1-15,-22 0 16,11-11-1,-11-10 1,-11 21 0,11 22-1,0 0 1,-11 11 0,0 0-1,0 0 16,0 1 48,0-1-79,0 0 203,0 0-188,0-11-15,11 22 16,-11-11 0,0 0 15,0 0-16,0 0 1,0 0 0,0 0-16,0 0 15,0-11 1,0 11 0,0-10-1,0 10 1,0-11-1,0 0 17,11-11-17,-11 0 1,10 0 0,23-10-1,-22 10 1,11 11-1</inkml:trace>
</inkml:ink>
</file>

<file path=ppt/ink/ink12.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53:34.810"/>
    </inkml:context>
    <inkml:brush xml:id="br0">
      <inkml:brushProperty name="width" value="0.05292" units="cm"/>
      <inkml:brushProperty name="height" value="0.05292" units="cm"/>
      <inkml:brushProperty name="color" value="#FF0000"/>
    </inkml:brush>
  </inkml:definitions>
  <inkml:trace contextRef="#ctx0" brushRef="#br0">5437 9199 0,'-22'0'110,"0"0"-110,-11 0 15,11 0-15,-98 0 31,76 0-31,-218-32 32,152-1-17,1-11 17,-1 11-17,23 11 1,10 22-1,34-11 1,-12 11 0,33 0-16,0 0 15,-22-11 1,-21 11 0,-12 0-1,33 0 1,-10 0-1,-1 0 1,11 0 0,0 0-1,12 11 17,-23 0-17,11 11 1,-10-11-1,-1 11 1,-44 11 0,78-11-1,-12-11 1,0 10 0,11 12-1,-22 11 1,22-11-1,0 11 1,1 10 0,-1 1-1,11 11 17,0 10-17,0 23 1,11-34-1,0 1 1,22 10 0,0-21-1,-11-11 1,21 0 0,-21-22-1,44 21 1,11-10-1,21 0 1,23 0 0,76 10 15,-55-32-15,-55 0-1,-10-11 1,22 0-1,-23 11 1,23-11 0,-56 0-1,45 22 1,-66-22 0,33 0-1,-22 0 1,10 0-1,-10 0 1,11-11 0,55-11 15,-1-10-15,12-12-1,-23 22 1,-32 0-1,0-11 1,10 0 0,-21 12-1,-11-12 1,0 0 0,0 22-1,-22 0 1,22-11-1,0-11 1,-11 22 0,-1-10 15,1 10-15,11-33-1,0 22 1,-11-22-1,22 0 1,-22 12 0,0-12-1,0 0 1,-11 0 0,0-21-1,0 10 1,0-22-1,0 12 1,0 10 15,0 0-15,0 12 0,-11 10-1,11 22 1</inkml:trace>
  <inkml:trace contextRef="#ctx0" brushRef="#br0" timeOffset="2311.42">5929 9790 0,'0'11'109,"33"-11"-109,-22 0 16,11 0-16,65 0 31,77 11 16,33 11 0,-142-11-16,-33-11 0,-11 0 157,-1 0-173,1 0 1,0 0 15</inkml:trace>
  <inkml:trace contextRef="#ctx0" brushRef="#br0" timeOffset="3952.95">6749 9801 0,'11'0'141,"0"0"-126,0 0 1,0 0-16,0 0 31,0 0-15,0 0 15,0 0 141,11 0-157,-11 0 17,0 0-1</inkml:trace>
  <inkml:trace contextRef="#ctx0" brushRef="#br0" timeOffset="5472.98">9134 9910 0,'22'-11'125,"-11"0"-109,0 11-16,0 0 47,0 0 0,0 0-16,-1 0 0,1 0-31,0 0 31,0 0-15,0 0 15,0 0 47,0 0-31</inkml:trace>
  <inkml:trace contextRef="#ctx0" brushRef="#br0" timeOffset="9320.91">6990 9768 0,'0'-11'47,"22"11"-16,-11 0 47,0 0 47,11 0-109,-11 0 0,-1 0 15,1 0-16,0 0 1,0 0 0,0 0-1,0 0 17,0 0 14,0 0-30,0 0 140,0 0-140,11 0 0,-11 0-1,0 0 1,0 0-16,10 0 15,1 0 1,11 0 0,-11 0-1,22 11 1,11-11 15,-23 11-15,23-11-1,-44 11 1,11-11 0,0 0-1,11 0 1,-12 0 0,23 0-1,0 0 1,11 11-1,10 0 1,-21 0 15,0-11-31,0 11 32,-23-11-17,1 0 1,0 0-1,33 0 1,-33 0 0,0 0-1,-1 0 1,1 0 0,0 0-1,11 0 1,0 0-1,-11 0 1,0 0 0,-1 0 15,-10 0-15,11 0-1,22 0 1,-22 0-1,11 0 1,-11 0 0,-11 0-1,0 0 1,-1 0 0,12 0-1,-11 0 1,0 0-1,0 0 1,33 0 0,-22 22-1,22-22 17,-34 0-17,1 11 1,0-11-1,11 0 1,-11 0 15,11 0 16,-11 0-31,0 0-1,0 0 1,11 0 0,-11 0 31,11 0-32,-11 0 16,-1 0 32</inkml:trace>
  <inkml:trace contextRef="#ctx0" brushRef="#br0" timeOffset="24682.07">5108 10939 0,'-10'0'15,"-45"0"1,33-11-16,-22-11 15,-10 11-15,-12 0 16,0-11-16,-43 0 31,43 11-31,-76-11 32,33 11-1,10 11 0,-10 0 0,65 11-15,-22 11 0,23 0-1,-12 0 16,0 11-15,11-11 0,23 0-1,-1-12 1,0 12 0,11 0-1,0 0 1,-11 22-1,11 0 1,0-1 0,11 1-1,-22 11 1,22-33 0,0 0-1,-11-1 1,11 1 15,0 0-15,0 0-1,0-11 1,0 0 0,0 22-1,0 10 1,11-32-1,11 55 1,11-33 0,0 22-1,0-34 1,10 12 0,1-11-1,11 0 16,21 0-15,45 22 0,10-12-1,11-21 1,-10-11 0,-23 0-1,-54-32 1,-23-23-1,12 0 1,-11-32 0,-22 43-1,0-33 1,-11-21 0,33 10-1,-33-10 16,22 32-15,-22 44-16,11-32 16,-11 43-1,0-22 1,-11 11 0,0-11-1,11 22-15</inkml:trace>
  <inkml:trace contextRef="#ctx0" brushRef="#br0" timeOffset="25913.44">5962 11737 0,'22'0'31,"10"0"-31,1 0 16,120 0-1,154 0 17,-275 0-32,12 0 46</inkml:trace>
  <inkml:trace contextRef="#ctx0" brushRef="#br0" timeOffset="27169.07">6892 11639 0,'0'0'15,"10"0"1,1 0-16,0 0 15</inkml:trace>
  <inkml:trace contextRef="#ctx0" brushRef="#br0" timeOffset="28680.06">15785 11682 0,'11'0'141,"0"0"-126,0 0-15,0 0 32</inkml:trace>
  <inkml:trace contextRef="#ctx0" brushRef="#br0" timeOffset="29368.15">15533 11682 0,'11'0'47,"0"0"-47,0 0 15</inkml:trace>
  <inkml:trace contextRef="#ctx0" brushRef="#br0" timeOffset="31588.04">7110 11628 0,'22'0'140,"0"0"-140,0 0 16,-11 0 0,0 0 30</inkml:trace>
  <inkml:trace contextRef="#ctx0" brushRef="#br0" timeOffset="40161.75">22129 11146 0,'-11'0'0,"0"0"31,-10 11-15,10-11-1,-33 0 1,-22 11 15,-10-11 0,-1 0 16,-43 11-16,98-11-31,-11 11 16,-22-11 0,-32 0-1,10 0 1,-21 0 0,-22 0-1,21 0 1,44 0-1,12 0 1,32 0 0,-22 0-1,0 0 1,-54 0 15,54 0-15,-55 0-1,1 0 1,21 0 0,-10-11-1,32 11 1,-11 0 0,0 0-1,1 0 1,10 0-1,-11 0 1,-10 0 0,-12 11-1,11 0 1,-21 0 0,-1 0-1,45 0 1,21 0-1,0-11 1,0 0 0,11 0-1,-11 11 1,-11 0 0,1 0-1,-1 0 1,-44 32-1,33-21 1,23 0 0,-12-11-1,22 0 17,-11 11-17,0 0 1,0-11-1,11 11 17,0-1-17,11-10-15,-11 0 16,11 22 0,0-22-1,0 11 1,0 11-1,0 0 1,22-1 0,0 1 15,11-11-15,0 0-1,0 0 1,-12-11-1,12 0 1,-11-11 0,-11 11-1,11-11 1,-11 0 0,11 0-1,32 0 1,-43 0-1,44 11 1,-11-11 0,21 0 15,-43 0-15,33 0-1,0 0 1,10 0-1,-32 0 1,-11 0 0,0 0-1,22 0 1,-12 0 0,12 0-1,0 0 1,-22 0-1,0 0 1,11 0 15,21 0-15,-10 0 0,11 11-1,-1-11 1,-10 0-1,0 0 1,0 0 0,-22 0-1,21 0 1,-10 0 0,11 0-1,43 0 1,-21 0-1,-11 0 1,21 0 0,23 0 15,-45 0-15,1 0-1,0 0 1,-11 0-1,10 0 1,-21 0 0,33-22-1,-23 22 1,1-22 0,11 11-1,0 11 1,21-11-1,-21 0 1,0 0 0,-34 0 15,1 0-15,22 0-1,11 0 1,10 0-1,-32 11 1,-22 0 0,11-11-1,-22-10 1,0-1 0,0 0-1,0-11 1,-11 0-1,11 11 1,-33-22 0,11 1 15,-98-67-15,22 23-1,10 43 1,44 11-1,12 22 1,21 0 0,-22-10-1,0 10 1,-11-22 0,0 11-1,34 22 1,-12-11 15,11 11 16,11-11-31</inkml:trace>
  <inkml:trace contextRef="#ctx0" brushRef="#br0" timeOffset="47319.92">19898 12426 0,'0'0'15,"153"0"1,-66 0-16,-10 0 0,-22 0 16,21 0-16,-10 11 15,11-11-15,-34 0 16,1 0-16,11 0 15,-11 0-15,65 0 32,350-11 15,121 0-1,-492 11-46,262 0 32,0 22-1,-88-11 0,-141-11 0,-1 0-15,0 0 0,-76 0-16,-11 0 15,11 0 1,-12 0 0,12 0-1,11 0 1,-1 0-1,-43 0 1,11 0 0,-11 0-1,22-11 1,22 11 0,-11 0 15,-23 0-16,1 0 1,-11 0 0,0-11 15,0 0 0,0-11-31,0 22 16,11-32-1,-11 21 1,11 11 0,-22-22-1,11 0 1,0 11 0,-11 0-1,10 0 1,1 0-1,0-11 1,0 22 15,0-22-15,-11 11 0,22-10-1,-11-1 1,-11 11-1,11 11 1,-11-22 0,0 11-1,0-11 1,0 11 0,-22-33 15,0 22-16,11 1 1,0 10 0,0-11-1,0 11 1,1 0 0,-23 0-1,22 0 1,0 0-1,-11 11 1,0-11 0,11 11-1,-11-11 1,0 11 0,-32-11 15,-1 0-16,-11 11 1,55 0 0,0 0-1,-54 0 1,-12-11 0,-32-10-1,-11-1 1,-12 11-1,45 0 1,21 0 0,33 11-1,-21 0 1,-12-11 0,-21 11 15,43 0-31,-33 0 15,12 0 1,21 0 0,0 0-1,11 0 1,-32 0 0,-1 0-1,-22-11 1,12 11-1,-12-11 1,23 11 0,21-11-1,-22 11 1,-32 0 15,32-11-15,1 11-1,10 0 1,-11 0 0,-10 0-1,-1 0 1,1 0 0,-23 0-1,66 0 1,-32 0-1,-12 0 1,44 0 0,-10-11-1,-1 11 1,0 0 0,-22 0 15,1 0-16,-1 0 1,22 0 0,-10 11-1,32-11 1,-11 0 0,-33 11-1,23-11 1,10 0-1,-22 0 1,-11 0 0,1 0-1,-45 33 1,12-33 0,0 0 15,43 22-16,33-22 1,0 0 0,0 0-1,-11 0 1,1 0 0,-12 11-1,11-11 1,-11 11-1,22 0 1,-32 0 0,-12 10-1,22-21 17,1 11-17,10 0 1,11 0-1,11 0 1,-22 0 0,11 11-1,-11-11 1,22 11 0,-10 11-1,21-22 1,0-1-1,0 23 1,0 0 0,0-11-1,0 0 1,21 0 0,12 11 15,-11-12-16,-11-21 1,22 22 0,0-11-1,10 11 1,-10-11 0,22 22-1,22-11 1,10 0-1,-43-11 1,-11-11 0,21 0-1,34 21 1,-1 1 15,-10-11-15,-44-11-1,-11 0 1,-11 0 0,43 11-1,-21 0 1,87 0 0,-98 0-1</inkml:trace>
</inkml:ink>
</file>

<file path=ppt/ink/ink13.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54:59.738"/>
    </inkml:context>
    <inkml:brush xml:id="br0">
      <inkml:brushProperty name="width" value="0.05292" units="cm"/>
      <inkml:brushProperty name="height" value="0.05292" units="cm"/>
      <inkml:brushProperty name="color" value="#FF0000"/>
    </inkml:brush>
  </inkml:definitions>
  <inkml:trace contextRef="#ctx0" brushRef="#br0">5940 9101 0,'11'0'62,"33"0"-62,10 0 16,12 0-16,350 22 47,-143-22-16,-229 0 0</inkml:trace>
  <inkml:trace contextRef="#ctx0" brushRef="#br0" timeOffset="631.4">7843 9035 0,'33'0'62,"22"0"-46,295 0 15,33 0 1,-252 0-17,-33 0 1,-43 0-1,-44 0 1</inkml:trace>
  <inkml:trace contextRef="#ctx0" brushRef="#br0" timeOffset="1327.81">10217 9068 0,'11'0'47,"22"0"-47,21 0 16,668 33 62,-481-33-31,-197 0 0</inkml:trace>
  <inkml:trace contextRef="#ctx0" brushRef="#br0" timeOffset="13809.79">5579 9090 0,'33'-11'78,"-1"11"-62,1 0-16,11-11 31,0 11-15,0 0-1,-34 0 1,1 0 31</inkml:trace>
  <inkml:trace contextRef="#ctx0" brushRef="#br0" timeOffset="15478.9">11420 9079 0,'22'0'156,"-11"0"-140,22 0-16,-11 0 16,0-11-1,-1 0-15,1 11 16,-11 0-16,0 0 15,22 0 1,11-11 15,-33 11 1</inkml:trace>
  <inkml:trace contextRef="#ctx0" brushRef="#br0" timeOffset="29127.16">6224 9112 0</inkml:trace>
</inkml:ink>
</file>

<file path=ppt/ink/ink14.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57:47.922"/>
    </inkml:context>
    <inkml:brush xml:id="br0">
      <inkml:brushProperty name="width" value="0.05292" units="cm"/>
      <inkml:brushProperty name="height" value="0.05292" units="cm"/>
      <inkml:brushProperty name="color" value="#FF0000"/>
    </inkml:brush>
  </inkml:definitions>
  <inkml:trace contextRef="#ctx0" brushRef="#br0">5415 9495 0,'22'22'141,"10"-22"-141,1 0 16,11 0-1,175 0 17,-186 0-32,-12 0 15,-10 0 1,0 0-16,11 0 15,0 0 1,33 0 0,0-11-1,10 11 1,-10 0 0,0 0 15,-12 0-16,12 0 1,32 0 0,-10 0-1,32 0 1,23 11 0,-89-1-1,-32-10 1</inkml:trace>
  <inkml:trace contextRef="#ctx0" brushRef="#br0" timeOffset="4792.91">6870 9560 0,'11'0'63,"0"0"-48,10 0-15,89 0 32,240 11-1,-55-11 0,-109 0 0,-22-22-15,-33 22 0,1 0-1,-12 0 1,-43 0 0,-23 0-1,-21-11 1,0 0-1,-22 11 17,0 0-1</inkml:trace>
  <inkml:trace contextRef="#ctx0" brushRef="#br0" timeOffset="9631.24">5776 13783 0,'-11'0'15,"0"-11"-15,11 0 0,-22 0 16,22 0 0,-11 11-1,11-11-15,-11 0 16,0-33-1,-22-10 17,1-45 15,21 44-16,0 1 0,-11-67 0,0 1 1,22 65-17,0-10 1,22 21 15,-11 11-15,11 0-1,-22 22-15,11-21 16,21-1 0,-10 0-1,0 11 1,0 11-1,0-11 1,11 11 0,21 0-1,-21-11 1,-11 22 0,-11 0-1,0 0 16,0 0-15,11 0 0,22 0-1,-23 0 1,12 11 0,-22-11-1,0 0 1,0 11-16,22 0 15,0 11 1,-33-11 0,22 11-1,-1 0 1,-10 22 0,11-12 15,-11 1-16,0 11 1,-11-22 0,11 11-1,-11-11 1,11 21 0,-11-21-1,11 11 1,-11-11-1,0-11 1,0 11 0,0 0-1,0 10 1,0-10 0,0 22 15,0 0-16,0 0 1,0-12 0,0-10-1,0 0 1,0 0 0,0-11-1,0 11 1,0-11-1,0 0 1,-11 0 0,11 0-1,-22 10 1,0 1 0,11-11 15,-11 11-16,1-22 1,10 22 0,-11-11-1,11-11 1,0 11 0,0 0-1,-11-11 1,11 11-1,-11-11 1,0 11 0,0 0-1,12-11 1,-12 11 0,0 0 15,11-11-16,0 0 1,0 0 15,-11 0-15,11 0 0,0 0-1,0 0 1,-11 0 46,11 0-62,-10 0 16,10-11 0,0 11-16,0 0 31,0 0 63,0-11-79,0 0 48,0 11-48,0-11-15</inkml:trace>
</inkml:ink>
</file>

<file path=ppt/ink/ink15.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58:09.890"/>
    </inkml:context>
    <inkml:brush xml:id="br0">
      <inkml:brushProperty name="width" value="0.05292" units="cm"/>
      <inkml:brushProperty name="height" value="0.05292" units="cm"/>
      <inkml:brushProperty name="color" value="#FF0000"/>
    </inkml:brush>
  </inkml:definitions>
  <inkml:trace contextRef="#ctx0" brushRef="#br0">7252 10020 0,'0'-11'203,"11"11"-203,22 0 16,33 0-16,0 0 15,-1 0-15,-21 0 16,11 0-16,43 11 16,22 11 15,-76-22 0,142 21 0,98-10 1,-43 0-1,-153-11-15,43 0-1,44 11 1,0-11-1,-88 11-15,45-11 16,-45 0 0,-54 0-1,-22 0 17,11 0-17,44 0 1,32 0-1,11 0 1,-43 0 0,-55 0-1,0 0 1,0 0 15,0 0-15,11 0-1,-11 0 1,10 0 0,-10 0-1,0 0 1,11 0 15,-11 0 47,0 0-46,11 0-17,-11 0 1,11 0-1,11 0-15,-12 0 32,-10 0-17,0 0 48,0 0-32,0 0 47,11 0-47</inkml:trace>
  <inkml:trace contextRef="#ctx0" brushRef="#br0" timeOffset="1151.62">11070 10107 0,'22'0'125,"164"0"-94,-11 0-15,33 0 0,0 0 15,-132 0-31,66 0 16,-87 0-1,55 0 1,-78 0-1,1 0 1</inkml:trace>
  <inkml:trace contextRef="#ctx0" brushRef="#br0" timeOffset="3760.18">7701 13476 0,'11'0'31,"0"0"-16,0 0 17,0 0-1,11 0 16,32 0-16,1 0 0,-33 0-31,65 0 32,88 0-1,-76 0-16,-34 0 1,-54 0 15</inkml:trace>
  <inkml:trace contextRef="#ctx0" brushRef="#br0" timeOffset="6991.8">7690 13389 0,'11'0'78,"-11"-11"-78,0-22 16,0 11-16,0-11 15,22-207 32,76 21 0,-43 88 0,-33 87-16,-11 11 1,0 22-17,-11 0 1,11 11 203,0 0-204,0 0-15,0 0 16,21 0-1,-10 0 1,-11 0-16,11 0 16,142 44 46,-98-11 1,-12 21-32,-32 23 0,-11-55-15,-11 0-16,0 0 15,0 11 1,11-1 0,0 1-1,-11 11 1,0-22 0,0 11-16,0 10 31,0 1-16,0-22 1,0 0 0,0 0-1,0-11 1,0 11 0,0-1-1,-11 12 1,11-22-1,-11 0 1,0 0 0,11 11-1,0 0 1,-11-11 0,11 0 15,0 0-16,0 10 1,-11-10 15,11 0-15,-11 0 0,11 0-1</inkml:trace>
</inkml:ink>
</file>

<file path=ppt/ink/ink16.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4:59:08.090"/>
    </inkml:context>
    <inkml:brush xml:id="br0">
      <inkml:brushProperty name="width" value="0.05292" units="cm"/>
      <inkml:brushProperty name="height" value="0.05292" units="cm"/>
      <inkml:brushProperty name="color" value="#FF0000"/>
    </inkml:brush>
  </inkml:definitions>
  <inkml:trace contextRef="#ctx0" brushRef="#br0">8139 9823 0,'10'0'47,"12"0"-47,0 0 16,-11 0 0,11 0-16,0 0 15,54 0 16,351 11-15,273 54 15,-448-54 16,-230-11-16,98 0 1,11 0-17,-32 0-15,32 0 16,-11 0 0,-54 0-1,-33 0 1,32 0-1,34 0 17,-77 0-32,0 0 15,-11 0 79,10 0-78,-10 0-1,0 0 1,0 0-16,0 0 16,11 0-16,33 0 15,65 0 1,-43 0-1,-34 0 1,-32 0 0</inkml:trace>
  <inkml:trace contextRef="#ctx0" brushRef="#br0" timeOffset="9904.1">8861 12590 0,'21'0'31,"-10"0"-15,11 0 0,0 0-16,0 0 0,-11 0 15,55 0 17,-34 0-1,34 0 16,-55 0 0,0 0-1,-22 0 64,0 0-95,-11 0-15,0 0 16,-11 0 0,1 0-16,21 0 15,-11 0 1,0 0 0,-11 0-1,0 0-15,11 0 16,1 0-1,10 0 17,0 0-1,0 0 31</inkml:trace>
</inkml:ink>
</file>

<file path=ppt/ink/ink17.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5:00:11.953"/>
    </inkml:context>
    <inkml:brush xml:id="br0">
      <inkml:brushProperty name="width" value="0.05292" units="cm"/>
      <inkml:brushProperty name="height" value="0.05292" units="cm"/>
      <inkml:brushProperty name="color" value="#FF0000"/>
    </inkml:brush>
  </inkml:definitions>
  <inkml:trace contextRef="#ctx0" brushRef="#br0">13050 6727 0,'0'0'0,"-87"-11"16,10 0-16,33 11 15,11 0-15,1 0 16,10 0-16,11 0 16,0 0-16,-153 0 62,-110 0-31,88 0 16,55 0-16,-142-11 16,119 0-15,89 11-17,21 0-15,11 0 16,-32 0-1,21 0 1,11 0 0,22 0-1</inkml:trace>
</inkml:ink>
</file>

<file path=ppt/ink/ink18.xml><?xml version="1.0" encoding="utf-8"?>
<inkml:ink xmlns:inkml="http://www.w3.org/2003/InkML">
  <inkml:definitions>
    <inkml:context xml:id="ctx0">
      <inkml:inkSource xml:id="inkSrc0">
        <inkml:traceFormat>
          <inkml:channel name="X" type="integer" max="3640" units="cm"/>
          <inkml:channel name="Y" type="integer" max="1920" units="cm"/>
          <inkml:channel name="T" type="integer" max="2.14748E9" units="dev"/>
        </inkml:traceFormat>
        <inkml:channelProperties>
          <inkml:channelProperty channel="X" name="resolution" value="60.97152" units="1/cm"/>
          <inkml:channelProperty channel="Y" name="resolution" value="57.14286" units="1/cm"/>
          <inkml:channelProperty channel="T" name="resolution" value="1" units="1/dev"/>
        </inkml:channelProperties>
      </inkml:inkSource>
      <inkml:timestamp xml:id="ts0" timeString="2021-01-19T15:02:32.795"/>
    </inkml:context>
    <inkml:brush xml:id="br0">
      <inkml:brushProperty name="width" value="0.05292" units="cm"/>
      <inkml:brushProperty name="height" value="0.05292" units="cm"/>
      <inkml:brushProperty name="color" value="#FF0000"/>
    </inkml:brush>
  </inkml:definitions>
  <inkml:trace contextRef="#ctx0" brushRef="#br0">12623 3664 0,'0'22'31,"0"-11"-16,0 22 17,0 44-1,0 32 0,0-98-15,-21 76 15,10 1 0,11-22-15,0-12 0,0-21-1,0-22 1,11 0-1,-11 11 1,0 0 0,0-11-1,11 0 79,-11 10-78,10-10-1,1 0 63,0-11-62,0 0 0,0 0-1,0 0 1,0 0 0,11 0-1,11 0 1,0 0-1,21 0 17,12-11-17,11 0 1,43 11 0,0 0-1,-21 0 1,-23 0-1,45 0 1,-45 0 0,12 0-1,-23 22 1,56-11 15,-67-11-31,34 11 16,21 0 15,55-11-15,-120 0-1,-11 0-15,54 0 16,1 0 0,-12 0-1,-21 0 1,11 0-1,-1 0 1,1 0 0,0 0-1,10 0 1,-32 0 0,11 11-1,10-11 16,-21 0-31,-33 0 32,11 0-17,0 0 1,0 0 0,0 0-1,10-11 1,1 0-1,0 11 1,-33-11 0,11 11-1,0-11 1,0 11 0,-11-11-1,0 0 32,0-21-31,0 10-1,11 0 1,-11 11 0,0-11-1,0 0 1,0-22-1,22-10 1,-22 10 0,11 0-1,-11-21 1,10 32 0,1-22-1,-11 33 1,0-22 15,11 23-15,-11 10-1,0-11 1,0 11 0,0 0 15,0 0 0,0 0-31,0 0 16,-22 11 327,12 0-311,-1 0-17,0 0 1,-77-22 62,44 11-31,-10 0 0,-34-21-16,23 32-15,21-11-1,0 11 1,0 0 0,11 0-1,1 0-15,-12 0 16,-11 0-1,-10 0 1,21 0 0,-33 0-1,1 0 1,-1 0 0,-21 0-1,32 0 16,-11 11-15,12-1 0,21 1-1,-43 11 1,10-11 0,0-11-1,-10 0 1,-1 0-1,23 0 1,-23 0 0,23 0-1,-12 0 1,22 0 0,1 0-1,-56 0 16,45 0-15,-1 0 0,-11 0-1,23 0 1,-12 0 0,0 0-1,-10 0 1,43-11-1,-22 0 1,44 11 0,0 0-1,-10 0 1,10 0 0,0 0 30</inkml:trace>
  <inkml:trace contextRef="#ctx0" brushRef="#br0" timeOffset="13526.84">25345 3763 0,'0'11'79,"0"22"-79,0-1 15,-11-10-15,1 77 31,-12 21 1,11-11-1,11 34 0,0-23 0,0-76-15,0 0 0,0-23-1,0 1 1,0-11 15,22-11 94,-1 0-125,-10 0 16,11 0-16,0 0 15,33 0-15,10 0 16,34 0-16,54 0 16,0 0 15,0 11-15,-65-11-1,-44 0 1,-12 0-1,12 0 1,-33 0 0,11 0 46,-11 0-62,33 0 16,10 11-1,-32 0 1</inkml:trace>
  <inkml:trace contextRef="#ctx0" brushRef="#br0" timeOffset="19782.64">15325 4496 0,'0'22'109,"11"21"-109,11 1 16,-11-11-16,0 0 31,11 54 0,11 23 0,-11-12 1,-22-54-1,11-33 0,-11 0-15,0 0-1,0 0 1,0 0 0,0-1 46,0 1-46,0 0 15,0 0-15,0 0-1,0 11 1,0-11 0,0 22-1,0-22 16,0 0-15,0 0 0,0 0-1,0 0 1,11-11 78,-1 0-79,12 0 1,-11 0-16,33 0 16,0-22-1,21 0 16,-21 0-15,44 0 0,21 0-1,-32 22 1,76 0 0,22 0-1,-11-11 1,-33 11-1,-11 0 1,77 0 0,-54-11-1,54 11 1,-55-11 0,11 11-1,-22 0 16,0 33-15,12-11 0,32 11-1,-110-22-15,34 11 16,76 11 0,-33-12-1,-44-10 1,-65-11-1,-22 0 1,-33-65 203,22 54-204,-11-11-15,11 0 16,-11-22-16,-21-54 16,21 43-1,-11-54 1,0-55 15,11 142-31,0-44 31,11 44-31,-11-21 16,11 10 0,0 22-1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020D5-B2E6-450F-93C9-351AB8E79386}"/>
              </a:ext>
            </a:extLst>
          </p:cNvPr>
          <p:cNvSpPr>
            <a:spLocks noGrp="1" noRot="1" noChangeAspect="1"/>
          </p:cNvSpPr>
          <p:nvPr>
            <p:ph type="sldImg" idx="2"/>
          </p:nvPr>
        </p:nvSpPr>
        <p:spPr>
          <a:xfrm>
            <a:off x="216000" y="812520"/>
            <a:ext cx="7127279" cy="4008959"/>
          </a:xfrm>
          <a:prstGeom prst="rect">
            <a:avLst/>
          </a:prstGeom>
          <a:noFill/>
          <a:ln>
            <a:noFill/>
            <a:prstDash val="solid"/>
          </a:ln>
        </p:spPr>
      </p:sp>
      <p:sp>
        <p:nvSpPr>
          <p:cNvPr id="3" name="Notes Placeholder 2">
            <a:extLst>
              <a:ext uri="{FF2B5EF4-FFF2-40B4-BE49-F238E27FC236}">
                <a16:creationId xmlns:a16="http://schemas.microsoft.com/office/drawing/2014/main" id="{667E070B-183F-498E-86DE-A108965E298F}"/>
              </a:ext>
            </a:extLst>
          </p:cNvPr>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GB"/>
          </a:p>
        </p:txBody>
      </p:sp>
      <p:sp>
        <p:nvSpPr>
          <p:cNvPr id="4" name="Header Placeholder 3">
            <a:extLst>
              <a:ext uri="{FF2B5EF4-FFF2-40B4-BE49-F238E27FC236}">
                <a16:creationId xmlns:a16="http://schemas.microsoft.com/office/drawing/2014/main" id="{5B877758-377F-49D1-B5F0-1120FF48D7EA}"/>
              </a:ext>
            </a:extLst>
          </p:cNvPr>
          <p:cNvSpPr txBox="1">
            <a:spLocks noGrp="1"/>
          </p:cNvSpPr>
          <p:nvPr>
            <p:ph type="hdr" sz="quarter"/>
          </p:nvPr>
        </p:nvSpPr>
        <p:spPr>
          <a:xfrm>
            <a:off x="0" y="0"/>
            <a:ext cx="3280680" cy="534240"/>
          </a:xfrm>
          <a:prstGeom prst="rect">
            <a:avLst/>
          </a:prstGeom>
          <a:noFill/>
          <a:ln>
            <a:noFill/>
          </a:ln>
        </p:spPr>
        <p:txBody>
          <a:bodyPr vert="horz" lIns="0" tIns="0" rIns="0" bIns="0" anchorCtr="0">
            <a:noAutofit/>
          </a:bodyPr>
          <a:lstStyle>
            <a:lvl1pPr lvl="0"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5" name="Date Placeholder 4">
            <a:extLst>
              <a:ext uri="{FF2B5EF4-FFF2-40B4-BE49-F238E27FC236}">
                <a16:creationId xmlns:a16="http://schemas.microsoft.com/office/drawing/2014/main" id="{DF0004FD-664F-43D8-8371-7CD78D1F25A2}"/>
              </a:ext>
            </a:extLst>
          </p:cNvPr>
          <p:cNvSpPr txBox="1">
            <a:spLocks noGrp="1"/>
          </p:cNvSpPr>
          <p:nvPr>
            <p:ph type="dt" idx="1"/>
          </p:nvPr>
        </p:nvSpPr>
        <p:spPr>
          <a:xfrm>
            <a:off x="4278960" y="0"/>
            <a:ext cx="3280680" cy="534240"/>
          </a:xfrm>
          <a:prstGeom prst="rect">
            <a:avLst/>
          </a:prstGeom>
          <a:noFill/>
          <a:ln>
            <a:noFill/>
          </a:ln>
        </p:spPr>
        <p:txBody>
          <a:bodyPr vert="horz" lIns="0" tIns="0" rIns="0" bIns="0" anchorCtr="0">
            <a:noAutofit/>
          </a:bodyPr>
          <a:lstStyle>
            <a:lvl1pPr lvl="0" algn="r"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6" name="Footer Placeholder 5">
            <a:extLst>
              <a:ext uri="{FF2B5EF4-FFF2-40B4-BE49-F238E27FC236}">
                <a16:creationId xmlns:a16="http://schemas.microsoft.com/office/drawing/2014/main" id="{EB593503-8F0C-4F08-93E1-19C00D0F8158}"/>
              </a:ext>
            </a:extLst>
          </p:cNvPr>
          <p:cNvSpPr txBox="1">
            <a:spLocks noGrp="1"/>
          </p:cNvSpPr>
          <p:nvPr>
            <p:ph type="ftr" sz="quarter" idx="4"/>
          </p:nvPr>
        </p:nvSpPr>
        <p:spPr>
          <a:xfrm>
            <a:off x="0" y="10157400"/>
            <a:ext cx="3280680" cy="534240"/>
          </a:xfrm>
          <a:prstGeom prst="rect">
            <a:avLst/>
          </a:prstGeom>
          <a:noFill/>
          <a:ln>
            <a:noFill/>
          </a:ln>
        </p:spPr>
        <p:txBody>
          <a:bodyPr vert="horz" lIns="0" tIns="0" rIns="0" bIns="0" anchor="b" anchorCtr="0">
            <a:noAutofit/>
          </a:bodyPr>
          <a:lstStyle>
            <a:lvl1pPr lvl="0"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7" name="Slide Number Placeholder 6">
            <a:extLst>
              <a:ext uri="{FF2B5EF4-FFF2-40B4-BE49-F238E27FC236}">
                <a16:creationId xmlns:a16="http://schemas.microsoft.com/office/drawing/2014/main" id="{37AE7735-6C22-483F-B21A-38F1E0059554}"/>
              </a:ext>
            </a:extLst>
          </p:cNvPr>
          <p:cNvSpPr txBox="1">
            <a:spLocks noGrp="1"/>
          </p:cNvSpPr>
          <p:nvPr>
            <p:ph type="sldNum" sz="quarter" idx="5"/>
          </p:nvPr>
        </p:nvSpPr>
        <p:spPr>
          <a:xfrm>
            <a:off x="4278960" y="10157400"/>
            <a:ext cx="3280680" cy="534240"/>
          </a:xfrm>
          <a:prstGeom prst="rect">
            <a:avLst/>
          </a:prstGeom>
          <a:noFill/>
          <a:ln>
            <a:noFill/>
          </a:ln>
        </p:spPr>
        <p:txBody>
          <a:bodyPr vert="horz" lIns="0" tIns="0" rIns="0" bIns="0" anchor="b" anchorCtr="0">
            <a:noAutofit/>
          </a:bodyPr>
          <a:lstStyle>
            <a:lvl1pPr lvl="0" algn="r" rtl="0" hangingPunct="0">
              <a:buNone/>
              <a:tabLst/>
              <a:defRPr lang="en-GB" sz="1400" kern="1200">
                <a:latin typeface="Liberation Sans" pitchFamily="18"/>
                <a:ea typeface="DejaVu Sans" pitchFamily="2"/>
                <a:cs typeface="DejaVu Sans" pitchFamily="2"/>
              </a:defRPr>
            </a:lvl1pPr>
          </a:lstStyle>
          <a:p>
            <a:pPr lvl="0"/>
            <a:fld id="{08914F74-C196-4D7D-928F-59AF804BF922}" type="slidenum">
              <a:t>‹#›</a:t>
            </a:fld>
            <a:endParaRPr lang="en-GB"/>
          </a:p>
        </p:txBody>
      </p:sp>
    </p:spTree>
    <p:extLst>
      <p:ext uri="{BB962C8B-B14F-4D97-AF65-F5344CB8AC3E}">
        <p14:creationId xmlns:p14="http://schemas.microsoft.com/office/powerpoint/2010/main" val="3690660376"/>
      </p:ext>
    </p:extLst>
  </p:cSld>
  <p:clrMap bg1="lt1" tx1="dk1" bg2="lt2" tx2="dk2" accent1="accent1" accent2="accent2" accent3="accent3" accent4="accent4" accent5="accent5" accent6="accent6" hlink="hlink" folHlink="folHlink"/>
  <p:notesStyle>
    <a:lvl1pPr marL="216000" marR="0" indent="-216000" rtl="0" hangingPunct="0">
      <a:tabLst/>
      <a:defRPr lang="en-GB" sz="2000" b="0" i="0" u="none" strike="noStrike" kern="1200" cap="none">
        <a:ln>
          <a:noFill/>
        </a:ln>
        <a:highlight>
          <a:scrgbClr r="0" g="0" b="0">
            <a:alpha val="0"/>
          </a:scrgbClr>
        </a:highlight>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E2F7028-8DB9-4F28-A363-3DF74C142825}"/>
              </a:ext>
            </a:extLst>
          </p:cNvPr>
          <p:cNvSpPr txBox="1">
            <a:spLocks noGrp="1"/>
          </p:cNvSpPr>
          <p:nvPr>
            <p:ph type="sldNum" sz="quarter" idx="5"/>
          </p:nvPr>
        </p:nvSpPr>
        <p:spPr>
          <a:ln/>
        </p:spPr>
        <p:txBody>
          <a:bodyPr vert="horz" lIns="0" tIns="0" rIns="0" bIns="0" anchor="b" anchorCtr="0">
            <a:noAutofit/>
          </a:bodyPr>
          <a:lstStyle/>
          <a:p>
            <a:pPr lvl="0"/>
            <a:fld id="{E74C041F-0F1C-47CE-8C67-F3BEC5CE60EC}" type="slidenum">
              <a:t>1</a:t>
            </a:fld>
            <a:endParaRPr lang="en-GB"/>
          </a:p>
        </p:txBody>
      </p:sp>
      <p:sp>
        <p:nvSpPr>
          <p:cNvPr id="2" name="Slide Image Placeholder 1">
            <a:extLst>
              <a:ext uri="{FF2B5EF4-FFF2-40B4-BE49-F238E27FC236}">
                <a16:creationId xmlns:a16="http://schemas.microsoft.com/office/drawing/2014/main" id="{29BE1E44-4FCD-4E4F-A044-A0424B89994E}"/>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3983E29-00C4-4FB5-8E2B-8F34618112CF}"/>
              </a:ext>
            </a:extLst>
          </p:cNvPr>
          <p:cNvSpPr txBox="1">
            <a:spLocks noGrp="1"/>
          </p:cNvSpPr>
          <p:nvPr>
            <p:ph type="body" sz="quarter" idx="1"/>
          </p:nvPr>
        </p:nvSpPr>
        <p:spPr/>
        <p:txBody>
          <a:bodyPr vert="horz">
            <a:spAutoFit/>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lvl="0"/>
            <a:fld id="{08914F74-C196-4D7D-928F-59AF804BF922}" type="slidenum">
              <a:rPr lang="en-GB" smtClean="0"/>
              <a:t>23</a:t>
            </a:fld>
            <a:endParaRPr lang="en-GB"/>
          </a:p>
        </p:txBody>
      </p:sp>
    </p:spTree>
    <p:extLst>
      <p:ext uri="{BB962C8B-B14F-4D97-AF65-F5344CB8AC3E}">
        <p14:creationId xmlns:p14="http://schemas.microsoft.com/office/powerpoint/2010/main" val="3210248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lvl="0"/>
            <a:fld id="{08914F74-C196-4D7D-928F-59AF804BF922}" type="slidenum">
              <a:rPr lang="en-GB" smtClean="0"/>
              <a:t>24</a:t>
            </a:fld>
            <a:endParaRPr lang="en-GB"/>
          </a:p>
        </p:txBody>
      </p:sp>
    </p:spTree>
    <p:extLst>
      <p:ext uri="{BB962C8B-B14F-4D97-AF65-F5344CB8AC3E}">
        <p14:creationId xmlns:p14="http://schemas.microsoft.com/office/powerpoint/2010/main" val="2408354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C1730-866B-444C-A2C2-7C6FCFA15866}"/>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D7EECED-7B30-4577-BD4A-6BD71D9EB35F}"/>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3312F06-FA5F-4C65-B262-6408614B6B3F}"/>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E2AA5B1E-0874-4DD7-A6BF-7F4D26047F8D}"/>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FFC75CB5-E15D-437C-A9CA-593516A1E280}"/>
              </a:ext>
            </a:extLst>
          </p:cNvPr>
          <p:cNvSpPr>
            <a:spLocks noGrp="1"/>
          </p:cNvSpPr>
          <p:nvPr>
            <p:ph type="sldNum" sz="quarter" idx="12"/>
          </p:nvPr>
        </p:nvSpPr>
        <p:spPr/>
        <p:txBody>
          <a:bodyPr/>
          <a:lstStyle/>
          <a:p>
            <a:pPr lvl="0"/>
            <a:fld id="{CF5399DB-71AC-4330-AB7D-1FEC8203C4B4}" type="slidenum">
              <a:t>‹#›</a:t>
            </a:fld>
            <a:endParaRPr lang="en-GB"/>
          </a:p>
        </p:txBody>
      </p:sp>
    </p:spTree>
    <p:extLst>
      <p:ext uri="{BB962C8B-B14F-4D97-AF65-F5344CB8AC3E}">
        <p14:creationId xmlns:p14="http://schemas.microsoft.com/office/powerpoint/2010/main" val="502264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66BE7-A3E9-4843-98AA-FB4AD67C290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0317AF2-8C51-4298-9DA2-CE1F02796C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F7DB93-ABFE-4213-A688-3DF1830FD4D1}"/>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4C646300-90E8-4753-A183-A83BBCC440B9}"/>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0A96009D-B29F-4739-A31A-E03091FADBF7}"/>
              </a:ext>
            </a:extLst>
          </p:cNvPr>
          <p:cNvSpPr>
            <a:spLocks noGrp="1"/>
          </p:cNvSpPr>
          <p:nvPr>
            <p:ph type="sldNum" sz="quarter" idx="12"/>
          </p:nvPr>
        </p:nvSpPr>
        <p:spPr/>
        <p:txBody>
          <a:bodyPr/>
          <a:lstStyle/>
          <a:p>
            <a:pPr lvl="0"/>
            <a:fld id="{19632249-DF35-4EB7-8047-CD0E7210AB3A}" type="slidenum">
              <a:t>‹#›</a:t>
            </a:fld>
            <a:endParaRPr lang="en-GB"/>
          </a:p>
        </p:txBody>
      </p:sp>
    </p:spTree>
    <p:extLst>
      <p:ext uri="{BB962C8B-B14F-4D97-AF65-F5344CB8AC3E}">
        <p14:creationId xmlns:p14="http://schemas.microsoft.com/office/powerpoint/2010/main" val="2541648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DB052-47FF-481E-BBF9-4E18DEACA145}"/>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22526C4-B95F-4B73-8283-C0927B7C4C33}"/>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23DDFC-0B31-4E14-80B5-4909D1FAA0CE}"/>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9F2AA50E-51DD-4791-8653-79F8B3D85CB9}"/>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3E26E159-388C-48EC-A7EA-A1503E721F23}"/>
              </a:ext>
            </a:extLst>
          </p:cNvPr>
          <p:cNvSpPr>
            <a:spLocks noGrp="1"/>
          </p:cNvSpPr>
          <p:nvPr>
            <p:ph type="sldNum" sz="quarter" idx="12"/>
          </p:nvPr>
        </p:nvSpPr>
        <p:spPr/>
        <p:txBody>
          <a:bodyPr/>
          <a:lstStyle/>
          <a:p>
            <a:pPr lvl="0"/>
            <a:fld id="{20A943CD-CC62-45CF-A70D-8BCD0AF0BCE7}" type="slidenum">
              <a:t>‹#›</a:t>
            </a:fld>
            <a:endParaRPr lang="en-GB"/>
          </a:p>
        </p:txBody>
      </p:sp>
    </p:spTree>
    <p:extLst>
      <p:ext uri="{BB962C8B-B14F-4D97-AF65-F5344CB8AC3E}">
        <p14:creationId xmlns:p14="http://schemas.microsoft.com/office/powerpoint/2010/main" val="998799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FDF46-833F-4FC3-AABA-421789F9F35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EFE6A55-4917-426B-A4D0-2C20A2AAC894}"/>
              </a:ext>
            </a:extLst>
          </p:cNvPr>
          <p:cNvSpPr>
            <a:spLocks noGrp="1"/>
          </p:cNvSpPr>
          <p:nvPr>
            <p:ph sz="half" idx="1"/>
          </p:nvPr>
        </p:nvSpPr>
        <p:spPr>
          <a:xfrm>
            <a:off x="503238" y="2376488"/>
            <a:ext cx="4459287" cy="2752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5CF148B-4813-411D-9A12-B7AEDE3C8B2D}"/>
              </a:ext>
            </a:extLst>
          </p:cNvPr>
          <p:cNvSpPr>
            <a:spLocks noGrp="1"/>
          </p:cNvSpPr>
          <p:nvPr>
            <p:ph sz="half" idx="2"/>
          </p:nvPr>
        </p:nvSpPr>
        <p:spPr>
          <a:xfrm>
            <a:off x="5114925" y="2376488"/>
            <a:ext cx="4460875" cy="2752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C31D308-1DA8-4BF3-8619-82BB4F5F092B}"/>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9C157B9D-BC3A-479C-ABBE-6343DE381981}"/>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8A2DEC61-8704-4243-9B5D-B476F6F40BC0}"/>
              </a:ext>
            </a:extLst>
          </p:cNvPr>
          <p:cNvSpPr>
            <a:spLocks noGrp="1"/>
          </p:cNvSpPr>
          <p:nvPr>
            <p:ph type="sldNum" sz="quarter" idx="12"/>
          </p:nvPr>
        </p:nvSpPr>
        <p:spPr/>
        <p:txBody>
          <a:bodyPr/>
          <a:lstStyle/>
          <a:p>
            <a:pPr lvl="0"/>
            <a:fld id="{322D81D0-D5EF-4D70-810D-DA1A7E1D764F}" type="slidenum">
              <a:t>‹#›</a:t>
            </a:fld>
            <a:endParaRPr lang="en-GB"/>
          </a:p>
        </p:txBody>
      </p:sp>
    </p:spTree>
    <p:extLst>
      <p:ext uri="{BB962C8B-B14F-4D97-AF65-F5344CB8AC3E}">
        <p14:creationId xmlns:p14="http://schemas.microsoft.com/office/powerpoint/2010/main" val="3599789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F959E-2BB0-4C16-B8EB-77D64E0DCF3D}"/>
              </a:ext>
            </a:extLst>
          </p:cNvPr>
          <p:cNvSpPr>
            <a:spLocks noGrp="1"/>
          </p:cNvSpPr>
          <p:nvPr>
            <p:ph type="title"/>
          </p:nvPr>
        </p:nvSpPr>
        <p:spPr>
          <a:xfrm>
            <a:off x="693738" y="301625"/>
            <a:ext cx="8694737" cy="10969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8E9BC28-1BAD-47FF-AC59-C9FE4DEA7AAA}"/>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FEADF7-3508-4B16-9D91-3FEF397F1F58}"/>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BE157F4-A277-4D96-BF13-DFE7400C7E2D}"/>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42D581-9BB6-4D6D-BA1C-27A3DDDFD6B2}"/>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EB1BCAA-7AC8-4331-B2A7-5DFE5367FE2F}"/>
              </a:ext>
            </a:extLst>
          </p:cNvPr>
          <p:cNvSpPr>
            <a:spLocks noGrp="1"/>
          </p:cNvSpPr>
          <p:nvPr>
            <p:ph type="dt" sz="half" idx="10"/>
          </p:nvPr>
        </p:nvSpPr>
        <p:spPr/>
        <p:txBody>
          <a:bodyPr/>
          <a:lstStyle/>
          <a:p>
            <a:pPr lvl="0"/>
            <a:endParaRPr lang="en-GB"/>
          </a:p>
        </p:txBody>
      </p:sp>
      <p:sp>
        <p:nvSpPr>
          <p:cNvPr id="8" name="Footer Placeholder 7">
            <a:extLst>
              <a:ext uri="{FF2B5EF4-FFF2-40B4-BE49-F238E27FC236}">
                <a16:creationId xmlns:a16="http://schemas.microsoft.com/office/drawing/2014/main" id="{0581A124-9835-4FB6-91ED-77D8B5486022}"/>
              </a:ext>
            </a:extLst>
          </p:cNvPr>
          <p:cNvSpPr>
            <a:spLocks noGrp="1"/>
          </p:cNvSpPr>
          <p:nvPr>
            <p:ph type="ftr" sz="quarter" idx="11"/>
          </p:nvPr>
        </p:nvSpPr>
        <p:spPr/>
        <p:txBody>
          <a:bodyPr/>
          <a:lstStyle/>
          <a:p>
            <a:pPr lvl="0"/>
            <a:endParaRPr lang="en-GB"/>
          </a:p>
        </p:txBody>
      </p:sp>
      <p:sp>
        <p:nvSpPr>
          <p:cNvPr id="9" name="Slide Number Placeholder 8">
            <a:extLst>
              <a:ext uri="{FF2B5EF4-FFF2-40B4-BE49-F238E27FC236}">
                <a16:creationId xmlns:a16="http://schemas.microsoft.com/office/drawing/2014/main" id="{808BA356-A118-4524-AF1A-567BFCDD6202}"/>
              </a:ext>
            </a:extLst>
          </p:cNvPr>
          <p:cNvSpPr>
            <a:spLocks noGrp="1"/>
          </p:cNvSpPr>
          <p:nvPr>
            <p:ph type="sldNum" sz="quarter" idx="12"/>
          </p:nvPr>
        </p:nvSpPr>
        <p:spPr/>
        <p:txBody>
          <a:bodyPr/>
          <a:lstStyle/>
          <a:p>
            <a:pPr lvl="0"/>
            <a:fld id="{5B356DD2-D42E-45A7-90DA-31CA356E7D45}" type="slidenum">
              <a:t>‹#›</a:t>
            </a:fld>
            <a:endParaRPr lang="en-GB"/>
          </a:p>
        </p:txBody>
      </p:sp>
    </p:spTree>
    <p:extLst>
      <p:ext uri="{BB962C8B-B14F-4D97-AF65-F5344CB8AC3E}">
        <p14:creationId xmlns:p14="http://schemas.microsoft.com/office/powerpoint/2010/main" val="414187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3D193-3768-446E-B413-E411D389525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1A64B41-E173-422C-BC51-E371524282FA}"/>
              </a:ext>
            </a:extLst>
          </p:cNvPr>
          <p:cNvSpPr>
            <a:spLocks noGrp="1"/>
          </p:cNvSpPr>
          <p:nvPr>
            <p:ph type="dt" sz="half" idx="10"/>
          </p:nvPr>
        </p:nvSpPr>
        <p:spPr/>
        <p:txBody>
          <a:bodyPr/>
          <a:lstStyle/>
          <a:p>
            <a:pPr lvl="0"/>
            <a:endParaRPr lang="en-GB"/>
          </a:p>
        </p:txBody>
      </p:sp>
      <p:sp>
        <p:nvSpPr>
          <p:cNvPr id="4" name="Footer Placeholder 3">
            <a:extLst>
              <a:ext uri="{FF2B5EF4-FFF2-40B4-BE49-F238E27FC236}">
                <a16:creationId xmlns:a16="http://schemas.microsoft.com/office/drawing/2014/main" id="{E4EFDFC8-FA42-4027-B84B-FEDB9AC1A34B}"/>
              </a:ext>
            </a:extLst>
          </p:cNvPr>
          <p:cNvSpPr>
            <a:spLocks noGrp="1"/>
          </p:cNvSpPr>
          <p:nvPr>
            <p:ph type="ftr" sz="quarter" idx="11"/>
          </p:nvPr>
        </p:nvSpPr>
        <p:spPr/>
        <p:txBody>
          <a:bodyPr/>
          <a:lstStyle/>
          <a:p>
            <a:pPr lvl="0"/>
            <a:endParaRPr lang="en-GB"/>
          </a:p>
        </p:txBody>
      </p:sp>
      <p:sp>
        <p:nvSpPr>
          <p:cNvPr id="5" name="Slide Number Placeholder 4">
            <a:extLst>
              <a:ext uri="{FF2B5EF4-FFF2-40B4-BE49-F238E27FC236}">
                <a16:creationId xmlns:a16="http://schemas.microsoft.com/office/drawing/2014/main" id="{FEC0BFB0-E8C9-437D-BBAB-7B4471E09865}"/>
              </a:ext>
            </a:extLst>
          </p:cNvPr>
          <p:cNvSpPr>
            <a:spLocks noGrp="1"/>
          </p:cNvSpPr>
          <p:nvPr>
            <p:ph type="sldNum" sz="quarter" idx="12"/>
          </p:nvPr>
        </p:nvSpPr>
        <p:spPr/>
        <p:txBody>
          <a:bodyPr/>
          <a:lstStyle/>
          <a:p>
            <a:pPr lvl="0"/>
            <a:fld id="{3F688DD1-374F-4460-929F-FDF00551781E}" type="slidenum">
              <a:t>‹#›</a:t>
            </a:fld>
            <a:endParaRPr lang="en-GB"/>
          </a:p>
        </p:txBody>
      </p:sp>
    </p:spTree>
    <p:extLst>
      <p:ext uri="{BB962C8B-B14F-4D97-AF65-F5344CB8AC3E}">
        <p14:creationId xmlns:p14="http://schemas.microsoft.com/office/powerpoint/2010/main" val="2366177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CC7CE-DF0F-41BB-A2B0-A39CD87AADD8}"/>
              </a:ext>
            </a:extLst>
          </p:cNvPr>
          <p:cNvSpPr>
            <a:spLocks noGrp="1"/>
          </p:cNvSpPr>
          <p:nvPr>
            <p:ph type="dt" sz="half" idx="10"/>
          </p:nvPr>
        </p:nvSpPr>
        <p:spPr/>
        <p:txBody>
          <a:bodyPr/>
          <a:lstStyle/>
          <a:p>
            <a:pPr lvl="0"/>
            <a:endParaRPr lang="en-GB"/>
          </a:p>
        </p:txBody>
      </p:sp>
      <p:sp>
        <p:nvSpPr>
          <p:cNvPr id="3" name="Footer Placeholder 2">
            <a:extLst>
              <a:ext uri="{FF2B5EF4-FFF2-40B4-BE49-F238E27FC236}">
                <a16:creationId xmlns:a16="http://schemas.microsoft.com/office/drawing/2014/main" id="{F447329F-E6E9-4E32-8FE4-31AAB33E31F8}"/>
              </a:ext>
            </a:extLst>
          </p:cNvPr>
          <p:cNvSpPr>
            <a:spLocks noGrp="1"/>
          </p:cNvSpPr>
          <p:nvPr>
            <p:ph type="ftr" sz="quarter" idx="11"/>
          </p:nvPr>
        </p:nvSpPr>
        <p:spPr/>
        <p:txBody>
          <a:bodyPr/>
          <a:lstStyle/>
          <a:p>
            <a:pPr lvl="0"/>
            <a:endParaRPr lang="en-GB"/>
          </a:p>
        </p:txBody>
      </p:sp>
      <p:sp>
        <p:nvSpPr>
          <p:cNvPr id="4" name="Slide Number Placeholder 3">
            <a:extLst>
              <a:ext uri="{FF2B5EF4-FFF2-40B4-BE49-F238E27FC236}">
                <a16:creationId xmlns:a16="http://schemas.microsoft.com/office/drawing/2014/main" id="{1C8C4E43-7071-4A74-B941-9C5EDE939759}"/>
              </a:ext>
            </a:extLst>
          </p:cNvPr>
          <p:cNvSpPr>
            <a:spLocks noGrp="1"/>
          </p:cNvSpPr>
          <p:nvPr>
            <p:ph type="sldNum" sz="quarter" idx="12"/>
          </p:nvPr>
        </p:nvSpPr>
        <p:spPr/>
        <p:txBody>
          <a:bodyPr/>
          <a:lstStyle/>
          <a:p>
            <a:pPr lvl="0"/>
            <a:fld id="{11D6ABD1-8ADF-443F-B783-228BF8A2EE61}" type="slidenum">
              <a:t>‹#›</a:t>
            </a:fld>
            <a:endParaRPr lang="en-GB"/>
          </a:p>
        </p:txBody>
      </p:sp>
    </p:spTree>
    <p:extLst>
      <p:ext uri="{BB962C8B-B14F-4D97-AF65-F5344CB8AC3E}">
        <p14:creationId xmlns:p14="http://schemas.microsoft.com/office/powerpoint/2010/main" val="341527622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5FD-491D-4193-ADA9-AF195E71BE87}"/>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D5708EA-B261-4464-8AA5-9F4BD2AA29FC}"/>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E89D7FC-6482-434E-95BF-2C125E1FCC8C}"/>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30BCA8-827B-4F96-9D2E-31DC46F4497B}"/>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1ED0FB96-4CBD-48E7-A92D-EF1A8B8E414C}"/>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81418677-E61C-4066-A353-AA5CC468580D}"/>
              </a:ext>
            </a:extLst>
          </p:cNvPr>
          <p:cNvSpPr>
            <a:spLocks noGrp="1"/>
          </p:cNvSpPr>
          <p:nvPr>
            <p:ph type="sldNum" sz="quarter" idx="12"/>
          </p:nvPr>
        </p:nvSpPr>
        <p:spPr/>
        <p:txBody>
          <a:bodyPr/>
          <a:lstStyle/>
          <a:p>
            <a:pPr lvl="0"/>
            <a:fld id="{71C7898E-0C9F-46F9-961E-DDAA465BE01A}" type="slidenum">
              <a:t>‹#›</a:t>
            </a:fld>
            <a:endParaRPr lang="en-GB"/>
          </a:p>
        </p:txBody>
      </p:sp>
    </p:spTree>
    <p:extLst>
      <p:ext uri="{BB962C8B-B14F-4D97-AF65-F5344CB8AC3E}">
        <p14:creationId xmlns:p14="http://schemas.microsoft.com/office/powerpoint/2010/main" val="464226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42EA1-0B8F-49B8-B112-FF3C85BEC804}"/>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D2777CF-F77A-423D-8687-2751F6FCF2AD}"/>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3BC9714-1E07-41B8-9088-04EB17366980}"/>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ADA2F9-89F0-4FE5-8564-6CEE4846F434}"/>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741ABB2C-8A35-44F9-84C4-87661B57DF8E}"/>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8E1AC59C-E2F0-4F05-9317-07FEA6FEC79F}"/>
              </a:ext>
            </a:extLst>
          </p:cNvPr>
          <p:cNvSpPr>
            <a:spLocks noGrp="1"/>
          </p:cNvSpPr>
          <p:nvPr>
            <p:ph type="sldNum" sz="quarter" idx="12"/>
          </p:nvPr>
        </p:nvSpPr>
        <p:spPr/>
        <p:txBody>
          <a:bodyPr/>
          <a:lstStyle/>
          <a:p>
            <a:pPr lvl="0"/>
            <a:fld id="{D303C7C6-125C-4B51-9A83-125ADCDAC1D7}" type="slidenum">
              <a:t>‹#›</a:t>
            </a:fld>
            <a:endParaRPr lang="en-GB"/>
          </a:p>
        </p:txBody>
      </p:sp>
    </p:spTree>
    <p:extLst>
      <p:ext uri="{BB962C8B-B14F-4D97-AF65-F5344CB8AC3E}">
        <p14:creationId xmlns:p14="http://schemas.microsoft.com/office/powerpoint/2010/main" val="3465287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69FD5-0767-4D46-87EA-BD7FAB70540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FA8DC63-0B25-4037-9A6F-2A48F2F097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C29F0B4-BC4A-4AA8-AC79-D1A2880943BC}"/>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8B458544-728F-486B-B678-89F171F15C00}"/>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8E674853-4332-4EA3-86AA-DB036E6E4D3A}"/>
              </a:ext>
            </a:extLst>
          </p:cNvPr>
          <p:cNvSpPr>
            <a:spLocks noGrp="1"/>
          </p:cNvSpPr>
          <p:nvPr>
            <p:ph type="sldNum" sz="quarter" idx="12"/>
          </p:nvPr>
        </p:nvSpPr>
        <p:spPr/>
        <p:txBody>
          <a:bodyPr/>
          <a:lstStyle/>
          <a:p>
            <a:pPr lvl="0"/>
            <a:fld id="{1B864352-E53E-48EF-946B-B0DEA5930CEF}" type="slidenum">
              <a:t>‹#›</a:t>
            </a:fld>
            <a:endParaRPr lang="en-GB"/>
          </a:p>
        </p:txBody>
      </p:sp>
    </p:spTree>
    <p:extLst>
      <p:ext uri="{BB962C8B-B14F-4D97-AF65-F5344CB8AC3E}">
        <p14:creationId xmlns:p14="http://schemas.microsoft.com/office/powerpoint/2010/main" val="2948490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9F2D6C-2E08-4887-89E3-8A2976BB6561}"/>
              </a:ext>
            </a:extLst>
          </p:cNvPr>
          <p:cNvSpPr>
            <a:spLocks noGrp="1"/>
          </p:cNvSpPr>
          <p:nvPr>
            <p:ph type="title" orient="vert"/>
          </p:nvPr>
        </p:nvSpPr>
        <p:spPr>
          <a:xfrm>
            <a:off x="7308850" y="809625"/>
            <a:ext cx="2266950" cy="431958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C916FA1-B91E-425D-8E75-7F91B77D28BD}"/>
              </a:ext>
            </a:extLst>
          </p:cNvPr>
          <p:cNvSpPr>
            <a:spLocks noGrp="1"/>
          </p:cNvSpPr>
          <p:nvPr>
            <p:ph type="body" orient="vert" idx="1"/>
          </p:nvPr>
        </p:nvSpPr>
        <p:spPr>
          <a:xfrm>
            <a:off x="503238" y="809625"/>
            <a:ext cx="6653212" cy="4319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14FD07-3695-4B4F-B643-F711B5760D99}"/>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E400FB42-EB1D-455D-8B04-1FCA36D721EB}"/>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C308E404-14BB-4E6B-8F8E-E4E827B8697D}"/>
              </a:ext>
            </a:extLst>
          </p:cNvPr>
          <p:cNvSpPr>
            <a:spLocks noGrp="1"/>
          </p:cNvSpPr>
          <p:nvPr>
            <p:ph type="sldNum" sz="quarter" idx="12"/>
          </p:nvPr>
        </p:nvSpPr>
        <p:spPr/>
        <p:txBody>
          <a:bodyPr/>
          <a:lstStyle/>
          <a:p>
            <a:pPr lvl="0"/>
            <a:fld id="{1A026ED0-C3F2-4651-9425-AC3CD95CFBD0}" type="slidenum">
              <a:t>‹#›</a:t>
            </a:fld>
            <a:endParaRPr lang="en-GB"/>
          </a:p>
        </p:txBody>
      </p:sp>
    </p:spTree>
    <p:extLst>
      <p:ext uri="{BB962C8B-B14F-4D97-AF65-F5344CB8AC3E}">
        <p14:creationId xmlns:p14="http://schemas.microsoft.com/office/powerpoint/2010/main" val="3114242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DFAB-F866-40E7-A315-8B30C7D78726}"/>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D9AD9F0-2F02-450D-9EC2-43630A41F1D2}"/>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A586776-CB4B-47A6-9E94-FEB2B80D360A}"/>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BFD4A684-794A-4D86-BB95-2E76278ACCD2}"/>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26C3E776-2241-49CC-8603-B996747A4B75}"/>
              </a:ext>
            </a:extLst>
          </p:cNvPr>
          <p:cNvSpPr>
            <a:spLocks noGrp="1"/>
          </p:cNvSpPr>
          <p:nvPr>
            <p:ph type="sldNum" sz="quarter" idx="12"/>
          </p:nvPr>
        </p:nvSpPr>
        <p:spPr/>
        <p:txBody>
          <a:bodyPr/>
          <a:lstStyle/>
          <a:p>
            <a:pPr lvl="0"/>
            <a:fld id="{0BD294DF-2409-4E60-8AFA-1B08E0738BD5}" type="slidenum">
              <a:t>‹#›</a:t>
            </a:fld>
            <a:endParaRPr lang="en-GB"/>
          </a:p>
        </p:txBody>
      </p:sp>
    </p:spTree>
    <p:extLst>
      <p:ext uri="{BB962C8B-B14F-4D97-AF65-F5344CB8AC3E}">
        <p14:creationId xmlns:p14="http://schemas.microsoft.com/office/powerpoint/2010/main" val="10732219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A9194-1760-4BD4-B660-DDDDBE1CC9C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D2992B5-6E51-4E1E-8C5A-DFD69E874D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9F8AB65-2EBD-4167-8994-2EC0DF9AF8F3}"/>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F36B5ED8-4D79-45FC-A0CD-2C2CE11D9899}"/>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ECCB9DB4-28CF-4251-ABE1-A863023A4F12}"/>
              </a:ext>
            </a:extLst>
          </p:cNvPr>
          <p:cNvSpPr>
            <a:spLocks noGrp="1"/>
          </p:cNvSpPr>
          <p:nvPr>
            <p:ph type="sldNum" sz="quarter" idx="12"/>
          </p:nvPr>
        </p:nvSpPr>
        <p:spPr/>
        <p:txBody>
          <a:bodyPr/>
          <a:lstStyle/>
          <a:p>
            <a:pPr lvl="0"/>
            <a:fld id="{66536284-1A34-46E9-A18F-1AECD837FF8E}" type="slidenum">
              <a:t>‹#›</a:t>
            </a:fld>
            <a:endParaRPr lang="en-GB"/>
          </a:p>
        </p:txBody>
      </p:sp>
    </p:spTree>
    <p:extLst>
      <p:ext uri="{BB962C8B-B14F-4D97-AF65-F5344CB8AC3E}">
        <p14:creationId xmlns:p14="http://schemas.microsoft.com/office/powerpoint/2010/main" val="1761607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7ECDF-4E3D-4E58-99A1-344C87D8D332}"/>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BB8DEF7-5CFE-478B-B640-BDFBF3D6A260}"/>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987949-3214-4A97-A4FB-158803526EA7}"/>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14C7E9ED-609F-45EB-8271-3A7DAFCB6909}"/>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46CB9A6A-4368-42AD-9B7F-6F771B80CAF4}"/>
              </a:ext>
            </a:extLst>
          </p:cNvPr>
          <p:cNvSpPr>
            <a:spLocks noGrp="1"/>
          </p:cNvSpPr>
          <p:nvPr>
            <p:ph type="sldNum" sz="quarter" idx="12"/>
          </p:nvPr>
        </p:nvSpPr>
        <p:spPr/>
        <p:txBody>
          <a:bodyPr/>
          <a:lstStyle/>
          <a:p>
            <a:pPr lvl="0"/>
            <a:fld id="{9525C62C-AD87-4645-BC06-6ECD05FC10ED}" type="slidenum">
              <a:t>‹#›</a:t>
            </a:fld>
            <a:endParaRPr lang="en-GB"/>
          </a:p>
        </p:txBody>
      </p:sp>
    </p:spTree>
    <p:extLst>
      <p:ext uri="{BB962C8B-B14F-4D97-AF65-F5344CB8AC3E}">
        <p14:creationId xmlns:p14="http://schemas.microsoft.com/office/powerpoint/2010/main" val="8163071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90295-79D3-4955-B851-29CBCB6D545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95B7E97-588D-49AA-B720-A58AB35FBCE2}"/>
              </a:ext>
            </a:extLst>
          </p:cNvPr>
          <p:cNvSpPr>
            <a:spLocks noGrp="1"/>
          </p:cNvSpPr>
          <p:nvPr>
            <p:ph sz="half" idx="1"/>
          </p:nvPr>
        </p:nvSpPr>
        <p:spPr>
          <a:xfrm>
            <a:off x="503238" y="2376488"/>
            <a:ext cx="4459287" cy="2752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AA0F3EA-0163-4B13-B0C3-34A2BAB87C21}"/>
              </a:ext>
            </a:extLst>
          </p:cNvPr>
          <p:cNvSpPr>
            <a:spLocks noGrp="1"/>
          </p:cNvSpPr>
          <p:nvPr>
            <p:ph sz="half" idx="2"/>
          </p:nvPr>
        </p:nvSpPr>
        <p:spPr>
          <a:xfrm>
            <a:off x="5114925" y="2376488"/>
            <a:ext cx="4460875" cy="2752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1765934-284B-4494-AF71-251584FA306D}"/>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FA45874B-91F4-4604-B90F-4605B655999C}"/>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E66BDEA8-AA61-47EF-8670-9D8660A9C34E}"/>
              </a:ext>
            </a:extLst>
          </p:cNvPr>
          <p:cNvSpPr>
            <a:spLocks noGrp="1"/>
          </p:cNvSpPr>
          <p:nvPr>
            <p:ph type="sldNum" sz="quarter" idx="12"/>
          </p:nvPr>
        </p:nvSpPr>
        <p:spPr/>
        <p:txBody>
          <a:bodyPr/>
          <a:lstStyle/>
          <a:p>
            <a:pPr lvl="0"/>
            <a:fld id="{667441F0-24D7-4C86-899B-6E747EA44CCE}" type="slidenum">
              <a:t>‹#›</a:t>
            </a:fld>
            <a:endParaRPr lang="en-GB"/>
          </a:p>
        </p:txBody>
      </p:sp>
    </p:spTree>
    <p:extLst>
      <p:ext uri="{BB962C8B-B14F-4D97-AF65-F5344CB8AC3E}">
        <p14:creationId xmlns:p14="http://schemas.microsoft.com/office/powerpoint/2010/main" val="3934479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FF8D-9B50-4B7F-89A7-C0E1F6695D81}"/>
              </a:ext>
            </a:extLst>
          </p:cNvPr>
          <p:cNvSpPr>
            <a:spLocks noGrp="1"/>
          </p:cNvSpPr>
          <p:nvPr>
            <p:ph type="title"/>
          </p:nvPr>
        </p:nvSpPr>
        <p:spPr>
          <a:xfrm>
            <a:off x="693738" y="301625"/>
            <a:ext cx="8694737" cy="10969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A57B72A-BFEE-4C94-9FAD-0E9CFBD0B2F3}"/>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CA2263-9E8C-4463-A5F4-6DFE12345B36}"/>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15554C4-DF81-4C77-9756-11864E2AA50C}"/>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EF376B-5E23-49CE-9B56-F418B165AA70}"/>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7B5829F-239D-45D5-A7A2-F3618710B50E}"/>
              </a:ext>
            </a:extLst>
          </p:cNvPr>
          <p:cNvSpPr>
            <a:spLocks noGrp="1"/>
          </p:cNvSpPr>
          <p:nvPr>
            <p:ph type="dt" sz="half" idx="10"/>
          </p:nvPr>
        </p:nvSpPr>
        <p:spPr/>
        <p:txBody>
          <a:bodyPr/>
          <a:lstStyle/>
          <a:p>
            <a:pPr lvl="0"/>
            <a:endParaRPr lang="en-GB"/>
          </a:p>
        </p:txBody>
      </p:sp>
      <p:sp>
        <p:nvSpPr>
          <p:cNvPr id="8" name="Footer Placeholder 7">
            <a:extLst>
              <a:ext uri="{FF2B5EF4-FFF2-40B4-BE49-F238E27FC236}">
                <a16:creationId xmlns:a16="http://schemas.microsoft.com/office/drawing/2014/main" id="{A42098C6-D291-410E-8801-43F39BB46FAE}"/>
              </a:ext>
            </a:extLst>
          </p:cNvPr>
          <p:cNvSpPr>
            <a:spLocks noGrp="1"/>
          </p:cNvSpPr>
          <p:nvPr>
            <p:ph type="ftr" sz="quarter" idx="11"/>
          </p:nvPr>
        </p:nvSpPr>
        <p:spPr/>
        <p:txBody>
          <a:bodyPr/>
          <a:lstStyle/>
          <a:p>
            <a:pPr lvl="0"/>
            <a:endParaRPr lang="en-GB"/>
          </a:p>
        </p:txBody>
      </p:sp>
      <p:sp>
        <p:nvSpPr>
          <p:cNvPr id="9" name="Slide Number Placeholder 8">
            <a:extLst>
              <a:ext uri="{FF2B5EF4-FFF2-40B4-BE49-F238E27FC236}">
                <a16:creationId xmlns:a16="http://schemas.microsoft.com/office/drawing/2014/main" id="{CE2F5276-1A07-40AD-9921-F64AECA52933}"/>
              </a:ext>
            </a:extLst>
          </p:cNvPr>
          <p:cNvSpPr>
            <a:spLocks noGrp="1"/>
          </p:cNvSpPr>
          <p:nvPr>
            <p:ph type="sldNum" sz="quarter" idx="12"/>
          </p:nvPr>
        </p:nvSpPr>
        <p:spPr/>
        <p:txBody>
          <a:bodyPr/>
          <a:lstStyle/>
          <a:p>
            <a:pPr lvl="0"/>
            <a:fld id="{D7FB6CDD-C4EA-4E2F-AAA4-6590CD70252B}" type="slidenum">
              <a:t>‹#›</a:t>
            </a:fld>
            <a:endParaRPr lang="en-GB"/>
          </a:p>
        </p:txBody>
      </p:sp>
    </p:spTree>
    <p:extLst>
      <p:ext uri="{BB962C8B-B14F-4D97-AF65-F5344CB8AC3E}">
        <p14:creationId xmlns:p14="http://schemas.microsoft.com/office/powerpoint/2010/main" val="6527766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9FC48-AA18-4783-A5A4-9FF8140549B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A673269-64B1-4F92-8F6B-943B0B816CF2}"/>
              </a:ext>
            </a:extLst>
          </p:cNvPr>
          <p:cNvSpPr>
            <a:spLocks noGrp="1"/>
          </p:cNvSpPr>
          <p:nvPr>
            <p:ph type="dt" sz="half" idx="10"/>
          </p:nvPr>
        </p:nvSpPr>
        <p:spPr/>
        <p:txBody>
          <a:bodyPr/>
          <a:lstStyle/>
          <a:p>
            <a:pPr lvl="0"/>
            <a:endParaRPr lang="en-GB"/>
          </a:p>
        </p:txBody>
      </p:sp>
      <p:sp>
        <p:nvSpPr>
          <p:cNvPr id="4" name="Footer Placeholder 3">
            <a:extLst>
              <a:ext uri="{FF2B5EF4-FFF2-40B4-BE49-F238E27FC236}">
                <a16:creationId xmlns:a16="http://schemas.microsoft.com/office/drawing/2014/main" id="{EF31AC2B-1349-4227-A9C9-823C66763AAE}"/>
              </a:ext>
            </a:extLst>
          </p:cNvPr>
          <p:cNvSpPr>
            <a:spLocks noGrp="1"/>
          </p:cNvSpPr>
          <p:nvPr>
            <p:ph type="ftr" sz="quarter" idx="11"/>
          </p:nvPr>
        </p:nvSpPr>
        <p:spPr/>
        <p:txBody>
          <a:bodyPr/>
          <a:lstStyle/>
          <a:p>
            <a:pPr lvl="0"/>
            <a:endParaRPr lang="en-GB"/>
          </a:p>
        </p:txBody>
      </p:sp>
      <p:sp>
        <p:nvSpPr>
          <p:cNvPr id="5" name="Slide Number Placeholder 4">
            <a:extLst>
              <a:ext uri="{FF2B5EF4-FFF2-40B4-BE49-F238E27FC236}">
                <a16:creationId xmlns:a16="http://schemas.microsoft.com/office/drawing/2014/main" id="{C8289D49-3FE1-4CE1-9885-48165FA0BB48}"/>
              </a:ext>
            </a:extLst>
          </p:cNvPr>
          <p:cNvSpPr>
            <a:spLocks noGrp="1"/>
          </p:cNvSpPr>
          <p:nvPr>
            <p:ph type="sldNum" sz="quarter" idx="12"/>
          </p:nvPr>
        </p:nvSpPr>
        <p:spPr/>
        <p:txBody>
          <a:bodyPr/>
          <a:lstStyle/>
          <a:p>
            <a:pPr lvl="0"/>
            <a:fld id="{1318D86F-3F63-4C68-A818-27C151FF827B}" type="slidenum">
              <a:t>‹#›</a:t>
            </a:fld>
            <a:endParaRPr lang="en-GB"/>
          </a:p>
        </p:txBody>
      </p:sp>
    </p:spTree>
    <p:extLst>
      <p:ext uri="{BB962C8B-B14F-4D97-AF65-F5344CB8AC3E}">
        <p14:creationId xmlns:p14="http://schemas.microsoft.com/office/powerpoint/2010/main" val="14565432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E6B94E-9476-4A9F-98C4-C00642E29472}"/>
              </a:ext>
            </a:extLst>
          </p:cNvPr>
          <p:cNvSpPr>
            <a:spLocks noGrp="1"/>
          </p:cNvSpPr>
          <p:nvPr>
            <p:ph type="dt" sz="half" idx="10"/>
          </p:nvPr>
        </p:nvSpPr>
        <p:spPr/>
        <p:txBody>
          <a:bodyPr/>
          <a:lstStyle/>
          <a:p>
            <a:pPr lvl="0"/>
            <a:endParaRPr lang="en-GB"/>
          </a:p>
        </p:txBody>
      </p:sp>
      <p:sp>
        <p:nvSpPr>
          <p:cNvPr id="3" name="Footer Placeholder 2">
            <a:extLst>
              <a:ext uri="{FF2B5EF4-FFF2-40B4-BE49-F238E27FC236}">
                <a16:creationId xmlns:a16="http://schemas.microsoft.com/office/drawing/2014/main" id="{8E07A5A5-1E48-445D-9598-25F1116D14B6}"/>
              </a:ext>
            </a:extLst>
          </p:cNvPr>
          <p:cNvSpPr>
            <a:spLocks noGrp="1"/>
          </p:cNvSpPr>
          <p:nvPr>
            <p:ph type="ftr" sz="quarter" idx="11"/>
          </p:nvPr>
        </p:nvSpPr>
        <p:spPr/>
        <p:txBody>
          <a:bodyPr/>
          <a:lstStyle/>
          <a:p>
            <a:pPr lvl="0"/>
            <a:endParaRPr lang="en-GB"/>
          </a:p>
        </p:txBody>
      </p:sp>
      <p:sp>
        <p:nvSpPr>
          <p:cNvPr id="4" name="Slide Number Placeholder 3">
            <a:extLst>
              <a:ext uri="{FF2B5EF4-FFF2-40B4-BE49-F238E27FC236}">
                <a16:creationId xmlns:a16="http://schemas.microsoft.com/office/drawing/2014/main" id="{361AE2DA-10E2-459A-B1EF-C3BE1D5824E8}"/>
              </a:ext>
            </a:extLst>
          </p:cNvPr>
          <p:cNvSpPr>
            <a:spLocks noGrp="1"/>
          </p:cNvSpPr>
          <p:nvPr>
            <p:ph type="sldNum" sz="quarter" idx="12"/>
          </p:nvPr>
        </p:nvSpPr>
        <p:spPr/>
        <p:txBody>
          <a:bodyPr/>
          <a:lstStyle/>
          <a:p>
            <a:pPr lvl="0"/>
            <a:fld id="{7BB88235-19F5-4191-9ACF-10DF0E675ECF}" type="slidenum">
              <a:t>‹#›</a:t>
            </a:fld>
            <a:endParaRPr lang="en-GB"/>
          </a:p>
        </p:txBody>
      </p:sp>
    </p:spTree>
    <p:extLst>
      <p:ext uri="{BB962C8B-B14F-4D97-AF65-F5344CB8AC3E}">
        <p14:creationId xmlns:p14="http://schemas.microsoft.com/office/powerpoint/2010/main" val="10768828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4E246-9E4B-4DF5-8C34-6E12635E528D}"/>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716C0A4-14C9-4508-ABC9-716C925D37FB}"/>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612C097-3D01-4A74-9011-F9AA8673D65B}"/>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4ED8A5-191C-4307-B107-6114F6A1976C}"/>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B2DFB7FC-4D1D-411D-B2BB-083AA7F8D301}"/>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BB613E05-A34C-441B-802C-31D90C9BDD00}"/>
              </a:ext>
            </a:extLst>
          </p:cNvPr>
          <p:cNvSpPr>
            <a:spLocks noGrp="1"/>
          </p:cNvSpPr>
          <p:nvPr>
            <p:ph type="sldNum" sz="quarter" idx="12"/>
          </p:nvPr>
        </p:nvSpPr>
        <p:spPr/>
        <p:txBody>
          <a:bodyPr/>
          <a:lstStyle/>
          <a:p>
            <a:pPr lvl="0"/>
            <a:fld id="{13DCCCB2-4036-425A-BC90-317BAAC3DAAF}" type="slidenum">
              <a:t>‹#›</a:t>
            </a:fld>
            <a:endParaRPr lang="en-GB"/>
          </a:p>
        </p:txBody>
      </p:sp>
    </p:spTree>
    <p:extLst>
      <p:ext uri="{BB962C8B-B14F-4D97-AF65-F5344CB8AC3E}">
        <p14:creationId xmlns:p14="http://schemas.microsoft.com/office/powerpoint/2010/main" val="39254126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345C0-BA03-4DD6-AD28-57B9C200CA9F}"/>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C0EA72F-19E9-4D05-98A0-734FA069EC6A}"/>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5F517C6-D268-49A8-B5E6-51E76FD221F8}"/>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0F3B1C-853A-4A42-B382-77A3902536E1}"/>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5251CCFA-3C0E-44E6-8B8A-D16FD9B6B1EC}"/>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22171364-E56B-41AB-A940-ADA4BC43CFD6}"/>
              </a:ext>
            </a:extLst>
          </p:cNvPr>
          <p:cNvSpPr>
            <a:spLocks noGrp="1"/>
          </p:cNvSpPr>
          <p:nvPr>
            <p:ph type="sldNum" sz="quarter" idx="12"/>
          </p:nvPr>
        </p:nvSpPr>
        <p:spPr/>
        <p:txBody>
          <a:bodyPr/>
          <a:lstStyle/>
          <a:p>
            <a:pPr lvl="0"/>
            <a:fld id="{6B8DE7C5-2FFB-48A4-B5C0-6DF78310431B}" type="slidenum">
              <a:t>‹#›</a:t>
            </a:fld>
            <a:endParaRPr lang="en-GB"/>
          </a:p>
        </p:txBody>
      </p:sp>
    </p:spTree>
    <p:extLst>
      <p:ext uri="{BB962C8B-B14F-4D97-AF65-F5344CB8AC3E}">
        <p14:creationId xmlns:p14="http://schemas.microsoft.com/office/powerpoint/2010/main" val="23899830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4A80D-9449-408E-956B-4B67FC80364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4AC7925-7D77-498E-A6E8-40DCB6E186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8D0ACD0-0307-4977-B80B-E2308F2F969D}"/>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6AA69317-F673-461C-9D15-1E3554737DB2}"/>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1691F4A4-75C3-41E2-B13F-F65EA805223E}"/>
              </a:ext>
            </a:extLst>
          </p:cNvPr>
          <p:cNvSpPr>
            <a:spLocks noGrp="1"/>
          </p:cNvSpPr>
          <p:nvPr>
            <p:ph type="sldNum" sz="quarter" idx="12"/>
          </p:nvPr>
        </p:nvSpPr>
        <p:spPr/>
        <p:txBody>
          <a:bodyPr/>
          <a:lstStyle/>
          <a:p>
            <a:pPr lvl="0"/>
            <a:fld id="{796A3EA8-8324-4DB7-BC25-FAD1A09ED995}" type="slidenum">
              <a:t>‹#›</a:t>
            </a:fld>
            <a:endParaRPr lang="en-GB"/>
          </a:p>
        </p:txBody>
      </p:sp>
    </p:spTree>
    <p:extLst>
      <p:ext uri="{BB962C8B-B14F-4D97-AF65-F5344CB8AC3E}">
        <p14:creationId xmlns:p14="http://schemas.microsoft.com/office/powerpoint/2010/main" val="6565437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F6B641-89A0-4196-ABC7-BBBA55A7D21F}"/>
              </a:ext>
            </a:extLst>
          </p:cNvPr>
          <p:cNvSpPr>
            <a:spLocks noGrp="1"/>
          </p:cNvSpPr>
          <p:nvPr>
            <p:ph type="title" orient="vert"/>
          </p:nvPr>
        </p:nvSpPr>
        <p:spPr>
          <a:xfrm>
            <a:off x="7308850" y="809625"/>
            <a:ext cx="2266950" cy="431958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893C4A8-5915-4EFD-95CD-9F9170295B2E}"/>
              </a:ext>
            </a:extLst>
          </p:cNvPr>
          <p:cNvSpPr>
            <a:spLocks noGrp="1"/>
          </p:cNvSpPr>
          <p:nvPr>
            <p:ph type="body" orient="vert" idx="1"/>
          </p:nvPr>
        </p:nvSpPr>
        <p:spPr>
          <a:xfrm>
            <a:off x="503238" y="809625"/>
            <a:ext cx="6653212" cy="4319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8592CC-9E03-43E8-87D0-8B1B75A4EEA8}"/>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827A1DB1-FE86-4622-96EF-1BA724196588}"/>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48AA47B3-169A-4411-AA0E-EC5B3F2D8532}"/>
              </a:ext>
            </a:extLst>
          </p:cNvPr>
          <p:cNvSpPr>
            <a:spLocks noGrp="1"/>
          </p:cNvSpPr>
          <p:nvPr>
            <p:ph type="sldNum" sz="quarter" idx="12"/>
          </p:nvPr>
        </p:nvSpPr>
        <p:spPr/>
        <p:txBody>
          <a:bodyPr/>
          <a:lstStyle/>
          <a:p>
            <a:pPr lvl="0"/>
            <a:fld id="{F0BB183C-6AE6-4AA0-B11A-FC24E84D8DF3}" type="slidenum">
              <a:t>‹#›</a:t>
            </a:fld>
            <a:endParaRPr lang="en-GB"/>
          </a:p>
        </p:txBody>
      </p:sp>
    </p:spTree>
    <p:extLst>
      <p:ext uri="{BB962C8B-B14F-4D97-AF65-F5344CB8AC3E}">
        <p14:creationId xmlns:p14="http://schemas.microsoft.com/office/powerpoint/2010/main" val="18734714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E8D56-7349-4AFC-8E5B-663C89C794F6}"/>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7BAA3C2-8A0B-4E94-B4C7-55D50CE81DEE}"/>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4DBF28C-BD27-4655-8187-DB1F598460EB}"/>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63BCFA8D-16BC-44C3-A187-40FFCE997F6A}"/>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42ABA2AF-78AF-433C-9A09-1885F06000F2}"/>
              </a:ext>
            </a:extLst>
          </p:cNvPr>
          <p:cNvSpPr>
            <a:spLocks noGrp="1"/>
          </p:cNvSpPr>
          <p:nvPr>
            <p:ph type="sldNum" sz="quarter" idx="12"/>
          </p:nvPr>
        </p:nvSpPr>
        <p:spPr/>
        <p:txBody>
          <a:bodyPr/>
          <a:lstStyle/>
          <a:p>
            <a:pPr lvl="0"/>
            <a:fld id="{58812013-CFE6-4063-BDD9-DE558E7B0E51}" type="slidenum">
              <a:t>‹#›</a:t>
            </a:fld>
            <a:endParaRPr lang="en-GB"/>
          </a:p>
        </p:txBody>
      </p:sp>
    </p:spTree>
    <p:extLst>
      <p:ext uri="{BB962C8B-B14F-4D97-AF65-F5344CB8AC3E}">
        <p14:creationId xmlns:p14="http://schemas.microsoft.com/office/powerpoint/2010/main" val="24520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6A89F-A4C2-43EB-AA72-607751CF78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E17B37D-DEE3-4D61-B17E-14C7936259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B855653-240D-4264-8606-6E91D71DD7D6}"/>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4A70018A-3F5D-49AC-B615-63077076583B}"/>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1D8562C7-3A01-4096-8A81-3F2371B216B7}"/>
              </a:ext>
            </a:extLst>
          </p:cNvPr>
          <p:cNvSpPr>
            <a:spLocks noGrp="1"/>
          </p:cNvSpPr>
          <p:nvPr>
            <p:ph type="sldNum" sz="quarter" idx="12"/>
          </p:nvPr>
        </p:nvSpPr>
        <p:spPr/>
        <p:txBody>
          <a:bodyPr/>
          <a:lstStyle/>
          <a:p>
            <a:pPr lvl="0"/>
            <a:fld id="{BCA277B5-994A-4A32-9242-3458DDB88E2E}" type="slidenum">
              <a:t>‹#›</a:t>
            </a:fld>
            <a:endParaRPr lang="en-GB"/>
          </a:p>
        </p:txBody>
      </p:sp>
    </p:spTree>
    <p:extLst>
      <p:ext uri="{BB962C8B-B14F-4D97-AF65-F5344CB8AC3E}">
        <p14:creationId xmlns:p14="http://schemas.microsoft.com/office/powerpoint/2010/main" val="14403754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296B7-7A08-4550-BC6D-5DFC17D810F1}"/>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0E8F272-4862-4154-B2AA-327C01F17AA3}"/>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AA83DF-0885-4893-936F-51EC9E556637}"/>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2B1FEC14-A5F2-4569-83BA-EC0D7E8C0169}"/>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DF1FDAE5-C23E-4020-912B-B62B3149535C}"/>
              </a:ext>
            </a:extLst>
          </p:cNvPr>
          <p:cNvSpPr>
            <a:spLocks noGrp="1"/>
          </p:cNvSpPr>
          <p:nvPr>
            <p:ph type="sldNum" sz="quarter" idx="12"/>
          </p:nvPr>
        </p:nvSpPr>
        <p:spPr/>
        <p:txBody>
          <a:bodyPr/>
          <a:lstStyle/>
          <a:p>
            <a:pPr lvl="0"/>
            <a:fld id="{6D4EBB8A-4A9D-4176-93F9-549B0B243AF2}" type="slidenum">
              <a:t>‹#›</a:t>
            </a:fld>
            <a:endParaRPr lang="en-GB"/>
          </a:p>
        </p:txBody>
      </p:sp>
    </p:spTree>
    <p:extLst>
      <p:ext uri="{BB962C8B-B14F-4D97-AF65-F5344CB8AC3E}">
        <p14:creationId xmlns:p14="http://schemas.microsoft.com/office/powerpoint/2010/main" val="3504776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CDFFB-19C1-41BF-8269-59873A5185F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0A50182-E60C-45E2-85C5-144577D1969C}"/>
              </a:ext>
            </a:extLst>
          </p:cNvPr>
          <p:cNvSpPr>
            <a:spLocks noGrp="1"/>
          </p:cNvSpPr>
          <p:nvPr>
            <p:ph sz="half" idx="1"/>
          </p:nvPr>
        </p:nvSpPr>
        <p:spPr>
          <a:xfrm>
            <a:off x="503238" y="1327150"/>
            <a:ext cx="4459287" cy="328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BBD3015-5255-4423-B9E4-6E0D5DEDD7CD}"/>
              </a:ext>
            </a:extLst>
          </p:cNvPr>
          <p:cNvSpPr>
            <a:spLocks noGrp="1"/>
          </p:cNvSpPr>
          <p:nvPr>
            <p:ph sz="half" idx="2"/>
          </p:nvPr>
        </p:nvSpPr>
        <p:spPr>
          <a:xfrm>
            <a:off x="5114925" y="1327150"/>
            <a:ext cx="4460875" cy="328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8D8A7DB-D073-40A6-BB67-CE80FE563A25}"/>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C916C69F-A570-4CA3-9C41-9D0575FA531B}"/>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D8FE1922-40EE-45F4-938C-48D6F48E33DA}"/>
              </a:ext>
            </a:extLst>
          </p:cNvPr>
          <p:cNvSpPr>
            <a:spLocks noGrp="1"/>
          </p:cNvSpPr>
          <p:nvPr>
            <p:ph type="sldNum" sz="quarter" idx="12"/>
          </p:nvPr>
        </p:nvSpPr>
        <p:spPr/>
        <p:txBody>
          <a:bodyPr/>
          <a:lstStyle/>
          <a:p>
            <a:pPr lvl="0"/>
            <a:fld id="{15227EC1-8A5E-4311-9DE7-FFAA21D07CCA}" type="slidenum">
              <a:t>‹#›</a:t>
            </a:fld>
            <a:endParaRPr lang="en-GB"/>
          </a:p>
        </p:txBody>
      </p:sp>
    </p:spTree>
    <p:extLst>
      <p:ext uri="{BB962C8B-B14F-4D97-AF65-F5344CB8AC3E}">
        <p14:creationId xmlns:p14="http://schemas.microsoft.com/office/powerpoint/2010/main" val="19095939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4C9D6-4038-451B-A6B4-58BC73307FDF}"/>
              </a:ext>
            </a:extLst>
          </p:cNvPr>
          <p:cNvSpPr>
            <a:spLocks noGrp="1"/>
          </p:cNvSpPr>
          <p:nvPr>
            <p:ph type="title"/>
          </p:nvPr>
        </p:nvSpPr>
        <p:spPr>
          <a:xfrm>
            <a:off x="693738" y="301625"/>
            <a:ext cx="8694737" cy="10969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18883CC-0B71-4CBB-8BE4-437D4FBE0A8B}"/>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469FBD-8EC4-4993-B059-C7578982F6F5}"/>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F5F8493-7DB4-4E7A-BC21-A4E392FD088A}"/>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999007-C609-4F6B-B589-9DB823406B9F}"/>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7DD3CF8-8680-45D0-9282-CC6EDFE39AB5}"/>
              </a:ext>
            </a:extLst>
          </p:cNvPr>
          <p:cNvSpPr>
            <a:spLocks noGrp="1"/>
          </p:cNvSpPr>
          <p:nvPr>
            <p:ph type="dt" sz="half" idx="10"/>
          </p:nvPr>
        </p:nvSpPr>
        <p:spPr/>
        <p:txBody>
          <a:bodyPr/>
          <a:lstStyle/>
          <a:p>
            <a:pPr lvl="0"/>
            <a:endParaRPr lang="en-GB"/>
          </a:p>
        </p:txBody>
      </p:sp>
      <p:sp>
        <p:nvSpPr>
          <p:cNvPr id="8" name="Footer Placeholder 7">
            <a:extLst>
              <a:ext uri="{FF2B5EF4-FFF2-40B4-BE49-F238E27FC236}">
                <a16:creationId xmlns:a16="http://schemas.microsoft.com/office/drawing/2014/main" id="{120342D7-5078-420B-BD66-BE790714AE99}"/>
              </a:ext>
            </a:extLst>
          </p:cNvPr>
          <p:cNvSpPr>
            <a:spLocks noGrp="1"/>
          </p:cNvSpPr>
          <p:nvPr>
            <p:ph type="ftr" sz="quarter" idx="11"/>
          </p:nvPr>
        </p:nvSpPr>
        <p:spPr/>
        <p:txBody>
          <a:bodyPr/>
          <a:lstStyle/>
          <a:p>
            <a:pPr lvl="0"/>
            <a:endParaRPr lang="en-GB"/>
          </a:p>
        </p:txBody>
      </p:sp>
      <p:sp>
        <p:nvSpPr>
          <p:cNvPr id="9" name="Slide Number Placeholder 8">
            <a:extLst>
              <a:ext uri="{FF2B5EF4-FFF2-40B4-BE49-F238E27FC236}">
                <a16:creationId xmlns:a16="http://schemas.microsoft.com/office/drawing/2014/main" id="{AB73CE58-CFF2-4B07-AF1B-600845B1D3A2}"/>
              </a:ext>
            </a:extLst>
          </p:cNvPr>
          <p:cNvSpPr>
            <a:spLocks noGrp="1"/>
          </p:cNvSpPr>
          <p:nvPr>
            <p:ph type="sldNum" sz="quarter" idx="12"/>
          </p:nvPr>
        </p:nvSpPr>
        <p:spPr/>
        <p:txBody>
          <a:bodyPr/>
          <a:lstStyle/>
          <a:p>
            <a:pPr lvl="0"/>
            <a:fld id="{5285FDE6-74B9-4F96-8442-9ED9BE9C71D2}" type="slidenum">
              <a:t>‹#›</a:t>
            </a:fld>
            <a:endParaRPr lang="en-GB"/>
          </a:p>
        </p:txBody>
      </p:sp>
    </p:spTree>
    <p:extLst>
      <p:ext uri="{BB962C8B-B14F-4D97-AF65-F5344CB8AC3E}">
        <p14:creationId xmlns:p14="http://schemas.microsoft.com/office/powerpoint/2010/main" val="19635433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DC15A-49B0-4B75-9EFC-D9B0C7B9538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936FD39-EF82-4D42-90D9-7750B368B166}"/>
              </a:ext>
            </a:extLst>
          </p:cNvPr>
          <p:cNvSpPr>
            <a:spLocks noGrp="1"/>
          </p:cNvSpPr>
          <p:nvPr>
            <p:ph type="dt" sz="half" idx="10"/>
          </p:nvPr>
        </p:nvSpPr>
        <p:spPr/>
        <p:txBody>
          <a:bodyPr/>
          <a:lstStyle/>
          <a:p>
            <a:pPr lvl="0"/>
            <a:endParaRPr lang="en-GB"/>
          </a:p>
        </p:txBody>
      </p:sp>
      <p:sp>
        <p:nvSpPr>
          <p:cNvPr id="4" name="Footer Placeholder 3">
            <a:extLst>
              <a:ext uri="{FF2B5EF4-FFF2-40B4-BE49-F238E27FC236}">
                <a16:creationId xmlns:a16="http://schemas.microsoft.com/office/drawing/2014/main" id="{62E998E0-6601-40C2-8DE4-A5E38BB5053B}"/>
              </a:ext>
            </a:extLst>
          </p:cNvPr>
          <p:cNvSpPr>
            <a:spLocks noGrp="1"/>
          </p:cNvSpPr>
          <p:nvPr>
            <p:ph type="ftr" sz="quarter" idx="11"/>
          </p:nvPr>
        </p:nvSpPr>
        <p:spPr/>
        <p:txBody>
          <a:bodyPr/>
          <a:lstStyle/>
          <a:p>
            <a:pPr lvl="0"/>
            <a:endParaRPr lang="en-GB"/>
          </a:p>
        </p:txBody>
      </p:sp>
      <p:sp>
        <p:nvSpPr>
          <p:cNvPr id="5" name="Slide Number Placeholder 4">
            <a:extLst>
              <a:ext uri="{FF2B5EF4-FFF2-40B4-BE49-F238E27FC236}">
                <a16:creationId xmlns:a16="http://schemas.microsoft.com/office/drawing/2014/main" id="{F7D1962D-B7A0-4487-B71B-D7E0CF4471B5}"/>
              </a:ext>
            </a:extLst>
          </p:cNvPr>
          <p:cNvSpPr>
            <a:spLocks noGrp="1"/>
          </p:cNvSpPr>
          <p:nvPr>
            <p:ph type="sldNum" sz="quarter" idx="12"/>
          </p:nvPr>
        </p:nvSpPr>
        <p:spPr/>
        <p:txBody>
          <a:bodyPr/>
          <a:lstStyle/>
          <a:p>
            <a:pPr lvl="0"/>
            <a:fld id="{7BF05B3A-0E63-437B-AF7C-4A4AEF5D6A2A}" type="slidenum">
              <a:t>‹#›</a:t>
            </a:fld>
            <a:endParaRPr lang="en-GB"/>
          </a:p>
        </p:txBody>
      </p:sp>
    </p:spTree>
    <p:extLst>
      <p:ext uri="{BB962C8B-B14F-4D97-AF65-F5344CB8AC3E}">
        <p14:creationId xmlns:p14="http://schemas.microsoft.com/office/powerpoint/2010/main" val="5733386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505928-E086-42F3-9A42-E31CF9B0D8F6}"/>
              </a:ext>
            </a:extLst>
          </p:cNvPr>
          <p:cNvSpPr>
            <a:spLocks noGrp="1"/>
          </p:cNvSpPr>
          <p:nvPr>
            <p:ph type="dt" sz="half" idx="10"/>
          </p:nvPr>
        </p:nvSpPr>
        <p:spPr/>
        <p:txBody>
          <a:bodyPr/>
          <a:lstStyle/>
          <a:p>
            <a:pPr lvl="0"/>
            <a:endParaRPr lang="en-GB"/>
          </a:p>
        </p:txBody>
      </p:sp>
      <p:sp>
        <p:nvSpPr>
          <p:cNvPr id="3" name="Footer Placeholder 2">
            <a:extLst>
              <a:ext uri="{FF2B5EF4-FFF2-40B4-BE49-F238E27FC236}">
                <a16:creationId xmlns:a16="http://schemas.microsoft.com/office/drawing/2014/main" id="{5FB0C9F7-D2B6-4BC5-8536-2644D0F6FEF6}"/>
              </a:ext>
            </a:extLst>
          </p:cNvPr>
          <p:cNvSpPr>
            <a:spLocks noGrp="1"/>
          </p:cNvSpPr>
          <p:nvPr>
            <p:ph type="ftr" sz="quarter" idx="11"/>
          </p:nvPr>
        </p:nvSpPr>
        <p:spPr/>
        <p:txBody>
          <a:bodyPr/>
          <a:lstStyle/>
          <a:p>
            <a:pPr lvl="0"/>
            <a:endParaRPr lang="en-GB"/>
          </a:p>
        </p:txBody>
      </p:sp>
      <p:sp>
        <p:nvSpPr>
          <p:cNvPr id="4" name="Slide Number Placeholder 3">
            <a:extLst>
              <a:ext uri="{FF2B5EF4-FFF2-40B4-BE49-F238E27FC236}">
                <a16:creationId xmlns:a16="http://schemas.microsoft.com/office/drawing/2014/main" id="{602A1DD3-72A4-476C-ADCF-DBBED55EE332}"/>
              </a:ext>
            </a:extLst>
          </p:cNvPr>
          <p:cNvSpPr>
            <a:spLocks noGrp="1"/>
          </p:cNvSpPr>
          <p:nvPr>
            <p:ph type="sldNum" sz="quarter" idx="12"/>
          </p:nvPr>
        </p:nvSpPr>
        <p:spPr/>
        <p:txBody>
          <a:bodyPr/>
          <a:lstStyle/>
          <a:p>
            <a:pPr lvl="0"/>
            <a:fld id="{8237AA64-0699-4676-B072-D6928C5547AE}" type="slidenum">
              <a:t>‹#›</a:t>
            </a:fld>
            <a:endParaRPr lang="en-GB"/>
          </a:p>
        </p:txBody>
      </p:sp>
    </p:spTree>
    <p:extLst>
      <p:ext uri="{BB962C8B-B14F-4D97-AF65-F5344CB8AC3E}">
        <p14:creationId xmlns:p14="http://schemas.microsoft.com/office/powerpoint/2010/main" val="792830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AF5C6-3C00-41C9-8547-DBEDEEF48A7B}"/>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A610C0D-C96D-489D-895A-EADB2F509338}"/>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10B93AF-1C19-420D-8B2D-2B110446CA31}"/>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113F36-91EA-416D-81B2-C2F7BE17E207}"/>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731CE13B-A5C0-4C64-BFAC-A3410DE12477}"/>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9F40421C-C02C-4D95-9224-31632DFE0567}"/>
              </a:ext>
            </a:extLst>
          </p:cNvPr>
          <p:cNvSpPr>
            <a:spLocks noGrp="1"/>
          </p:cNvSpPr>
          <p:nvPr>
            <p:ph type="sldNum" sz="quarter" idx="12"/>
          </p:nvPr>
        </p:nvSpPr>
        <p:spPr/>
        <p:txBody>
          <a:bodyPr/>
          <a:lstStyle/>
          <a:p>
            <a:pPr lvl="0"/>
            <a:fld id="{23D8B732-92B1-482C-AB09-48098AC99F05}" type="slidenum">
              <a:t>‹#›</a:t>
            </a:fld>
            <a:endParaRPr lang="en-GB"/>
          </a:p>
        </p:txBody>
      </p:sp>
    </p:spTree>
    <p:extLst>
      <p:ext uri="{BB962C8B-B14F-4D97-AF65-F5344CB8AC3E}">
        <p14:creationId xmlns:p14="http://schemas.microsoft.com/office/powerpoint/2010/main" val="37477801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5FEAC-0F46-4AE6-8C86-B81ABBD35764}"/>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B34C854-05BB-4664-A585-6F6EBA28D6E6}"/>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51EF7C9-BC99-45BF-80DA-EE1644070311}"/>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3965EC-114D-4528-8420-6094A96FFE49}"/>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25C600FC-FB23-4506-BAAD-A4F5099C9B83}"/>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83BFD6B8-9449-4911-864D-07945736CB5F}"/>
              </a:ext>
            </a:extLst>
          </p:cNvPr>
          <p:cNvSpPr>
            <a:spLocks noGrp="1"/>
          </p:cNvSpPr>
          <p:nvPr>
            <p:ph type="sldNum" sz="quarter" idx="12"/>
          </p:nvPr>
        </p:nvSpPr>
        <p:spPr/>
        <p:txBody>
          <a:bodyPr/>
          <a:lstStyle/>
          <a:p>
            <a:pPr lvl="0"/>
            <a:fld id="{09E8F1FC-CA1F-4B71-9A4E-64FA745AD206}" type="slidenum">
              <a:t>‹#›</a:t>
            </a:fld>
            <a:endParaRPr lang="en-GB"/>
          </a:p>
        </p:txBody>
      </p:sp>
    </p:spTree>
    <p:extLst>
      <p:ext uri="{BB962C8B-B14F-4D97-AF65-F5344CB8AC3E}">
        <p14:creationId xmlns:p14="http://schemas.microsoft.com/office/powerpoint/2010/main" val="36759339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F03D8-A4E3-49A3-83E8-0419FC51C68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D11A18A-6953-49F2-9EF3-19610FAA84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FD7002-C555-4A9F-BF35-E4840E76378D}"/>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CD4D3DC2-532A-41E4-A57E-9009B3BA2FB7}"/>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B2E88AA9-9E1E-4B8B-A0D5-AEDF57EF3666}"/>
              </a:ext>
            </a:extLst>
          </p:cNvPr>
          <p:cNvSpPr>
            <a:spLocks noGrp="1"/>
          </p:cNvSpPr>
          <p:nvPr>
            <p:ph type="sldNum" sz="quarter" idx="12"/>
          </p:nvPr>
        </p:nvSpPr>
        <p:spPr/>
        <p:txBody>
          <a:bodyPr/>
          <a:lstStyle/>
          <a:p>
            <a:pPr lvl="0"/>
            <a:fld id="{85FE24B8-2DF9-42F3-AEDE-914A96B81E4B}" type="slidenum">
              <a:t>‹#›</a:t>
            </a:fld>
            <a:endParaRPr lang="en-GB"/>
          </a:p>
        </p:txBody>
      </p:sp>
    </p:spTree>
    <p:extLst>
      <p:ext uri="{BB962C8B-B14F-4D97-AF65-F5344CB8AC3E}">
        <p14:creationId xmlns:p14="http://schemas.microsoft.com/office/powerpoint/2010/main" val="15995853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C6F721-496D-4AE2-96FA-4117B0C06F08}"/>
              </a:ext>
            </a:extLst>
          </p:cNvPr>
          <p:cNvSpPr>
            <a:spLocks noGrp="1"/>
          </p:cNvSpPr>
          <p:nvPr>
            <p:ph type="title" orient="vert"/>
          </p:nvPr>
        </p:nvSpPr>
        <p:spPr>
          <a:xfrm>
            <a:off x="7308850" y="225425"/>
            <a:ext cx="2266950" cy="43894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2ED2CC-806A-4B17-B71C-F7A7B148702B}"/>
              </a:ext>
            </a:extLst>
          </p:cNvPr>
          <p:cNvSpPr>
            <a:spLocks noGrp="1"/>
          </p:cNvSpPr>
          <p:nvPr>
            <p:ph type="body" orient="vert" idx="1"/>
          </p:nvPr>
        </p:nvSpPr>
        <p:spPr>
          <a:xfrm>
            <a:off x="503238" y="225425"/>
            <a:ext cx="6653212" cy="4389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9FCBE6F-CEB9-4313-871E-9F9B7B661C3B}"/>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C0030600-EDA1-41D9-B944-E8EEC8E21C9D}"/>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84CD902C-8E4C-4041-87E3-9D1AFC3AF286}"/>
              </a:ext>
            </a:extLst>
          </p:cNvPr>
          <p:cNvSpPr>
            <a:spLocks noGrp="1"/>
          </p:cNvSpPr>
          <p:nvPr>
            <p:ph type="sldNum" sz="quarter" idx="12"/>
          </p:nvPr>
        </p:nvSpPr>
        <p:spPr/>
        <p:txBody>
          <a:bodyPr/>
          <a:lstStyle/>
          <a:p>
            <a:pPr lvl="0"/>
            <a:fld id="{446B5B43-EBFF-4DC0-9EE4-A14AE91E8595}" type="slidenum">
              <a:t>‹#›</a:t>
            </a:fld>
            <a:endParaRPr lang="en-GB"/>
          </a:p>
        </p:txBody>
      </p:sp>
    </p:spTree>
    <p:extLst>
      <p:ext uri="{BB962C8B-B14F-4D97-AF65-F5344CB8AC3E}">
        <p14:creationId xmlns:p14="http://schemas.microsoft.com/office/powerpoint/2010/main" val="2615303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3CC967-B1A9-45BA-9BD6-623881DD96E4}"/>
              </a:ext>
            </a:extLst>
          </p:cNvPr>
          <p:cNvSpPr txBox="1">
            <a:spLocks noGrp="1"/>
          </p:cNvSpPr>
          <p:nvPr>
            <p:ph type="title"/>
          </p:nvPr>
        </p:nvSpPr>
        <p:spPr>
          <a:xfrm>
            <a:off x="503999" y="810000"/>
            <a:ext cx="9071640" cy="1296000"/>
          </a:xfrm>
          <a:prstGeom prst="rect">
            <a:avLst/>
          </a:prstGeom>
          <a:noFill/>
          <a:ln>
            <a:noFill/>
          </a:ln>
        </p:spPr>
        <p:txBody>
          <a:bodyPr lIns="0" tIns="0" rIns="0" bIns="0" anchor="ctr"/>
          <a:lstStyle/>
          <a:p>
            <a:endParaRPr lang="en-GB"/>
          </a:p>
        </p:txBody>
      </p:sp>
      <p:sp>
        <p:nvSpPr>
          <p:cNvPr id="3" name="Text Placeholder 2">
            <a:extLst>
              <a:ext uri="{FF2B5EF4-FFF2-40B4-BE49-F238E27FC236}">
                <a16:creationId xmlns:a16="http://schemas.microsoft.com/office/drawing/2014/main" id="{43CA85BB-0BD8-4426-8D03-26630A415770}"/>
              </a:ext>
            </a:extLst>
          </p:cNvPr>
          <p:cNvSpPr txBox="1">
            <a:spLocks noGrp="1"/>
          </p:cNvSpPr>
          <p:nvPr>
            <p:ph type="body" idx="1"/>
          </p:nvPr>
        </p:nvSpPr>
        <p:spPr>
          <a:xfrm>
            <a:off x="503999" y="2376000"/>
            <a:ext cx="9071640" cy="2754000"/>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004F868-9B4A-47E4-8E5B-9BC948B951C0}"/>
              </a:ext>
            </a:extLst>
          </p:cNvPr>
          <p:cNvSpPr txBox="1">
            <a:spLocks noGrp="1"/>
          </p:cNvSpPr>
          <p:nvPr>
            <p:ph type="dt" sz="half" idx="2"/>
          </p:nvPr>
        </p:nvSpPr>
        <p:spPr>
          <a:xfrm>
            <a:off x="503999" y="5164920"/>
            <a:ext cx="2348280" cy="390600"/>
          </a:xfrm>
          <a:prstGeom prst="rect">
            <a:avLst/>
          </a:prstGeom>
          <a:noFill/>
          <a:ln>
            <a:noFill/>
          </a:ln>
        </p:spPr>
        <p:txBody>
          <a:bodyPr vert="horz" lIns="0" tIns="0" rIns="0" bIns="0" anchorCtr="0">
            <a:noAutofit/>
          </a:bodyPr>
          <a:lstStyle>
            <a:lvl1pPr lvl="0" rtl="0" hangingPunct="0">
              <a:buNone/>
              <a:tabLst/>
              <a:defRPr lang="en-GB" sz="1400" kern="1200">
                <a:solidFill>
                  <a:srgbClr val="FFFFFF"/>
                </a:solidFill>
                <a:latin typeface="Liberation Sans" pitchFamily="18"/>
                <a:ea typeface="DejaVu Sans" pitchFamily="2"/>
                <a:cs typeface="DejaVu Sans" pitchFamily="2"/>
              </a:defRPr>
            </a:lvl1pPr>
          </a:lstStyle>
          <a:p>
            <a:pPr lvl="0"/>
            <a:endParaRPr lang="en-GB"/>
          </a:p>
        </p:txBody>
      </p:sp>
      <p:sp>
        <p:nvSpPr>
          <p:cNvPr id="5" name="Footer Placeholder 4">
            <a:extLst>
              <a:ext uri="{FF2B5EF4-FFF2-40B4-BE49-F238E27FC236}">
                <a16:creationId xmlns:a16="http://schemas.microsoft.com/office/drawing/2014/main" id="{91CBC9CB-A4EE-4F3E-AF1E-1C60E7C6E723}"/>
              </a:ext>
            </a:extLst>
          </p:cNvPr>
          <p:cNvSpPr txBox="1">
            <a:spLocks noGrp="1"/>
          </p:cNvSpPr>
          <p:nvPr>
            <p:ph type="ftr" sz="quarter" idx="3"/>
          </p:nvPr>
        </p:nvSpPr>
        <p:spPr>
          <a:xfrm>
            <a:off x="3447360" y="5164920"/>
            <a:ext cx="3195000" cy="390600"/>
          </a:xfrm>
          <a:prstGeom prst="rect">
            <a:avLst/>
          </a:prstGeom>
          <a:noFill/>
          <a:ln>
            <a:noFill/>
          </a:ln>
        </p:spPr>
        <p:txBody>
          <a:bodyPr vert="horz" lIns="0" tIns="0" rIns="0" bIns="0" anchorCtr="0">
            <a:noAutofit/>
          </a:bodyPr>
          <a:lstStyle>
            <a:lvl1pPr lvl="0" algn="ctr" rtl="0" hangingPunct="0">
              <a:buNone/>
              <a:tabLst/>
              <a:defRPr lang="en-GB" sz="1400" kern="1200">
                <a:solidFill>
                  <a:srgbClr val="FFFFFF"/>
                </a:solidFill>
                <a:latin typeface="Liberation Sans" pitchFamily="18"/>
                <a:ea typeface="DejaVu Sans" pitchFamily="2"/>
                <a:cs typeface="DejaVu Sans" pitchFamily="2"/>
              </a:defRPr>
            </a:lvl1pPr>
          </a:lstStyle>
          <a:p>
            <a:pPr lvl="0"/>
            <a:endParaRPr lang="en-GB"/>
          </a:p>
        </p:txBody>
      </p:sp>
      <p:sp>
        <p:nvSpPr>
          <p:cNvPr id="6" name="Slide Number Placeholder 5">
            <a:extLst>
              <a:ext uri="{FF2B5EF4-FFF2-40B4-BE49-F238E27FC236}">
                <a16:creationId xmlns:a16="http://schemas.microsoft.com/office/drawing/2014/main" id="{1756AFCB-8110-452F-AA3D-480FA7532EA5}"/>
              </a:ext>
            </a:extLst>
          </p:cNvPr>
          <p:cNvSpPr txBox="1">
            <a:spLocks noGrp="1"/>
          </p:cNvSpPr>
          <p:nvPr>
            <p:ph type="sldNum" sz="quarter" idx="4"/>
          </p:nvPr>
        </p:nvSpPr>
        <p:spPr>
          <a:xfrm>
            <a:off x="7227360" y="5164920"/>
            <a:ext cx="2348280" cy="390600"/>
          </a:xfrm>
          <a:prstGeom prst="rect">
            <a:avLst/>
          </a:prstGeom>
          <a:noFill/>
          <a:ln>
            <a:noFill/>
          </a:ln>
        </p:spPr>
        <p:txBody>
          <a:bodyPr vert="horz" lIns="0" tIns="0" rIns="0" bIns="0" anchorCtr="0">
            <a:noAutofit/>
          </a:bodyPr>
          <a:lstStyle>
            <a:lvl1pPr lvl="0" algn="r" rtl="0" hangingPunct="0">
              <a:buNone/>
              <a:tabLst/>
              <a:defRPr lang="en-GB" sz="1400" kern="1200">
                <a:solidFill>
                  <a:srgbClr val="FFFFFF"/>
                </a:solidFill>
                <a:latin typeface="Liberation Sans" pitchFamily="18"/>
                <a:ea typeface="DejaVu Sans" pitchFamily="2"/>
                <a:cs typeface="DejaVu Sans" pitchFamily="2"/>
              </a:defRPr>
            </a:lvl1pPr>
          </a:lstStyle>
          <a:p>
            <a:pPr lvl="0"/>
            <a:fld id="{90CFC3B0-2FB9-4526-8AA1-674D57894B06}" type="slidenum">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hangingPunct="0">
        <a:tabLst/>
        <a:defRPr lang="en-GB" sz="4400" b="0" i="0" u="none" strike="noStrike" kern="1200" cap="none">
          <a:ln>
            <a:noFill/>
          </a:ln>
          <a:solidFill>
            <a:srgbClr val="FFFFFF"/>
          </a:solidFill>
          <a:highlight>
            <a:scrgbClr r="0" g="0" b="0">
              <a:alpha val="0"/>
            </a:scrgbClr>
          </a:highlight>
          <a:latin typeface="Liberation Sans" pitchFamily="18"/>
        </a:defRPr>
      </a:lvl1pPr>
    </p:titleStyle>
    <p:bodyStyle>
      <a:lvl1pPr marL="0" marR="0" indent="0" rtl="0" hangingPunct="0">
        <a:spcBef>
          <a:spcPts val="1414"/>
        </a:spcBef>
        <a:spcAft>
          <a:spcPts val="0"/>
        </a:spcAft>
        <a:tabLst/>
        <a:defRPr lang="en-GB" sz="3150" b="0" i="0" u="none" strike="noStrike" kern="1200" cap="none">
          <a:ln>
            <a:noFill/>
          </a:ln>
          <a:solidFill>
            <a:srgbClr val="FFFFFF"/>
          </a:solidFill>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99CB59-0C95-457B-9E88-BAD61E61799F}"/>
              </a:ext>
            </a:extLst>
          </p:cNvPr>
          <p:cNvSpPr txBox="1">
            <a:spLocks noGrp="1"/>
          </p:cNvSpPr>
          <p:nvPr>
            <p:ph type="title"/>
          </p:nvPr>
        </p:nvSpPr>
        <p:spPr>
          <a:xfrm>
            <a:off x="503999" y="810000"/>
            <a:ext cx="9071640" cy="1296000"/>
          </a:xfrm>
          <a:prstGeom prst="rect">
            <a:avLst/>
          </a:prstGeom>
          <a:noFill/>
          <a:ln>
            <a:noFill/>
          </a:ln>
        </p:spPr>
        <p:txBody>
          <a:bodyPr lIns="0" tIns="0" rIns="0" bIns="0" anchor="ctr"/>
          <a:lstStyle/>
          <a:p>
            <a:endParaRPr lang="en-GB"/>
          </a:p>
        </p:txBody>
      </p:sp>
      <p:sp>
        <p:nvSpPr>
          <p:cNvPr id="3" name="Text Placeholder 2">
            <a:extLst>
              <a:ext uri="{FF2B5EF4-FFF2-40B4-BE49-F238E27FC236}">
                <a16:creationId xmlns:a16="http://schemas.microsoft.com/office/drawing/2014/main" id="{AA47EF3C-E687-42E1-8C10-F1A7661B50C6}"/>
              </a:ext>
            </a:extLst>
          </p:cNvPr>
          <p:cNvSpPr txBox="1">
            <a:spLocks noGrp="1"/>
          </p:cNvSpPr>
          <p:nvPr>
            <p:ph type="body" idx="1"/>
          </p:nvPr>
        </p:nvSpPr>
        <p:spPr>
          <a:xfrm>
            <a:off x="503999" y="2376000"/>
            <a:ext cx="9071640" cy="2754000"/>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C0D16C-0F7A-4A10-807E-77DB9CD0F672}"/>
              </a:ext>
            </a:extLst>
          </p:cNvPr>
          <p:cNvSpPr txBox="1">
            <a:spLocks noGrp="1"/>
          </p:cNvSpPr>
          <p:nvPr>
            <p:ph type="dt" sz="half" idx="2"/>
          </p:nvPr>
        </p:nvSpPr>
        <p:spPr>
          <a:xfrm>
            <a:off x="503999" y="5164920"/>
            <a:ext cx="2348280" cy="390600"/>
          </a:xfrm>
          <a:prstGeom prst="rect">
            <a:avLst/>
          </a:prstGeom>
          <a:noFill/>
          <a:ln>
            <a:noFill/>
          </a:ln>
        </p:spPr>
        <p:txBody>
          <a:bodyPr vert="horz" lIns="0" tIns="0" rIns="0" bIns="0" anchorCtr="0">
            <a:noAutofit/>
          </a:bodyPr>
          <a:lstStyle>
            <a:lvl1pPr lvl="0" rtl="0" hangingPunct="0">
              <a:buNone/>
              <a:tabLst/>
              <a:defRPr lang="en-GB" sz="1400" kern="1200">
                <a:solidFill>
                  <a:srgbClr val="FFFFFF"/>
                </a:solidFill>
                <a:latin typeface="Liberation Sans" pitchFamily="18"/>
                <a:ea typeface="DejaVu Sans" pitchFamily="2"/>
                <a:cs typeface="DejaVu Sans" pitchFamily="2"/>
              </a:defRPr>
            </a:lvl1pPr>
          </a:lstStyle>
          <a:p>
            <a:pPr lvl="0"/>
            <a:endParaRPr lang="en-GB"/>
          </a:p>
        </p:txBody>
      </p:sp>
      <p:sp>
        <p:nvSpPr>
          <p:cNvPr id="5" name="Footer Placeholder 4">
            <a:extLst>
              <a:ext uri="{FF2B5EF4-FFF2-40B4-BE49-F238E27FC236}">
                <a16:creationId xmlns:a16="http://schemas.microsoft.com/office/drawing/2014/main" id="{81078F21-D345-46CF-B0B5-188FCF9158F4}"/>
              </a:ext>
            </a:extLst>
          </p:cNvPr>
          <p:cNvSpPr txBox="1">
            <a:spLocks noGrp="1"/>
          </p:cNvSpPr>
          <p:nvPr>
            <p:ph type="ftr" sz="quarter" idx="3"/>
          </p:nvPr>
        </p:nvSpPr>
        <p:spPr>
          <a:xfrm>
            <a:off x="3447360" y="5164920"/>
            <a:ext cx="3195000" cy="390600"/>
          </a:xfrm>
          <a:prstGeom prst="rect">
            <a:avLst/>
          </a:prstGeom>
          <a:noFill/>
          <a:ln>
            <a:noFill/>
          </a:ln>
        </p:spPr>
        <p:txBody>
          <a:bodyPr vert="horz" lIns="0" tIns="0" rIns="0" bIns="0" anchorCtr="0">
            <a:noAutofit/>
          </a:bodyPr>
          <a:lstStyle>
            <a:lvl1pPr lvl="0" algn="ctr" rtl="0" hangingPunct="0">
              <a:buNone/>
              <a:tabLst/>
              <a:defRPr lang="en-GB" sz="1400" kern="1200">
                <a:solidFill>
                  <a:srgbClr val="FFFFFF"/>
                </a:solidFill>
                <a:latin typeface="Liberation Sans" pitchFamily="18"/>
                <a:ea typeface="DejaVu Sans" pitchFamily="2"/>
                <a:cs typeface="DejaVu Sans" pitchFamily="2"/>
              </a:defRPr>
            </a:lvl1pPr>
          </a:lstStyle>
          <a:p>
            <a:pPr lvl="0"/>
            <a:endParaRPr lang="en-GB"/>
          </a:p>
        </p:txBody>
      </p:sp>
      <p:sp>
        <p:nvSpPr>
          <p:cNvPr id="6" name="Slide Number Placeholder 5">
            <a:extLst>
              <a:ext uri="{FF2B5EF4-FFF2-40B4-BE49-F238E27FC236}">
                <a16:creationId xmlns:a16="http://schemas.microsoft.com/office/drawing/2014/main" id="{E2B5753B-0AAC-424A-924F-5692D4A0D068}"/>
              </a:ext>
            </a:extLst>
          </p:cNvPr>
          <p:cNvSpPr txBox="1">
            <a:spLocks noGrp="1"/>
          </p:cNvSpPr>
          <p:nvPr>
            <p:ph type="sldNum" sz="quarter" idx="4"/>
          </p:nvPr>
        </p:nvSpPr>
        <p:spPr>
          <a:xfrm>
            <a:off x="7227360" y="5164920"/>
            <a:ext cx="2348280" cy="390600"/>
          </a:xfrm>
          <a:prstGeom prst="rect">
            <a:avLst/>
          </a:prstGeom>
          <a:noFill/>
          <a:ln>
            <a:noFill/>
          </a:ln>
        </p:spPr>
        <p:txBody>
          <a:bodyPr vert="horz" lIns="0" tIns="0" rIns="0" bIns="0" anchorCtr="0">
            <a:noAutofit/>
          </a:bodyPr>
          <a:lstStyle>
            <a:lvl1pPr lvl="0" algn="r" rtl="0" hangingPunct="0">
              <a:buNone/>
              <a:tabLst/>
              <a:defRPr lang="en-GB" sz="1400" kern="1200">
                <a:solidFill>
                  <a:srgbClr val="FFFFFF"/>
                </a:solidFill>
                <a:latin typeface="Liberation Sans" pitchFamily="18"/>
                <a:ea typeface="DejaVu Sans" pitchFamily="2"/>
                <a:cs typeface="DejaVu Sans" pitchFamily="2"/>
              </a:defRPr>
            </a:lvl1pPr>
          </a:lstStyle>
          <a:p>
            <a:pPr lvl="0"/>
            <a:fld id="{D54BF601-101C-46B6-A487-B90968273527}" type="slidenum">
              <a:t>‹#›</a:t>
            </a:fld>
            <a:endParaRPr lang="en-GB"/>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hangingPunct="0">
        <a:tabLst/>
        <a:defRPr lang="en-GB" sz="4400" b="0" i="0" u="none" strike="noStrike" kern="1200" cap="none">
          <a:ln>
            <a:noFill/>
          </a:ln>
          <a:solidFill>
            <a:srgbClr val="FFFFFF"/>
          </a:solidFill>
          <a:highlight>
            <a:scrgbClr r="0" g="0" b="0">
              <a:alpha val="0"/>
            </a:scrgbClr>
          </a:highlight>
          <a:latin typeface="Liberation Sans" pitchFamily="18"/>
        </a:defRPr>
      </a:lvl1pPr>
    </p:titleStyle>
    <p:bodyStyle>
      <a:lvl1pPr marL="0" marR="0" indent="0" rtl="0" hangingPunct="0">
        <a:spcBef>
          <a:spcPts val="1414"/>
        </a:spcBef>
        <a:spcAft>
          <a:spcPts val="0"/>
        </a:spcAft>
        <a:tabLst/>
        <a:defRPr lang="en-GB" sz="3150" b="0" i="0" u="none" strike="noStrike" kern="1200" cap="none">
          <a:ln>
            <a:noFill/>
          </a:ln>
          <a:solidFill>
            <a:srgbClr val="FFFFFF"/>
          </a:solidFill>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8C6F26-DF38-42C8-9F71-41DD9C1DFBD6}"/>
              </a:ext>
            </a:extLst>
          </p:cNvPr>
          <p:cNvSpPr txBox="1">
            <a:spLocks noGrp="1"/>
          </p:cNvSpPr>
          <p:nvPr>
            <p:ph type="title"/>
          </p:nvPr>
        </p:nvSpPr>
        <p:spPr>
          <a:xfrm>
            <a:off x="503999" y="225720"/>
            <a:ext cx="9071640" cy="946800"/>
          </a:xfrm>
          <a:prstGeom prst="rect">
            <a:avLst/>
          </a:prstGeom>
          <a:noFill/>
          <a:ln>
            <a:noFill/>
          </a:ln>
        </p:spPr>
        <p:txBody>
          <a:bodyPr lIns="0" tIns="0" rIns="0" bIns="0" anchor="ctr"/>
          <a:lstStyle/>
          <a:p>
            <a:endParaRPr lang="en-GB"/>
          </a:p>
        </p:txBody>
      </p:sp>
      <p:sp>
        <p:nvSpPr>
          <p:cNvPr id="3" name="Text Placeholder 2">
            <a:extLst>
              <a:ext uri="{FF2B5EF4-FFF2-40B4-BE49-F238E27FC236}">
                <a16:creationId xmlns:a16="http://schemas.microsoft.com/office/drawing/2014/main" id="{6A19C2F1-9C96-4199-8A72-FC67F7052AD0}"/>
              </a:ext>
            </a:extLst>
          </p:cNvPr>
          <p:cNvSpPr txBox="1">
            <a:spLocks noGrp="1"/>
          </p:cNvSpPr>
          <p:nvPr>
            <p:ph type="body" idx="1"/>
          </p:nvPr>
        </p:nvSpPr>
        <p:spPr>
          <a:xfrm>
            <a:off x="503999" y="1326600"/>
            <a:ext cx="9071640" cy="3288239"/>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BF4D15-43B2-47C7-8686-428AC27F582B}"/>
              </a:ext>
            </a:extLst>
          </p:cNvPr>
          <p:cNvSpPr txBox="1">
            <a:spLocks noGrp="1"/>
          </p:cNvSpPr>
          <p:nvPr>
            <p:ph type="dt" sz="half" idx="2"/>
          </p:nvPr>
        </p:nvSpPr>
        <p:spPr>
          <a:xfrm>
            <a:off x="503999" y="5165280"/>
            <a:ext cx="2348280" cy="390960"/>
          </a:xfrm>
          <a:prstGeom prst="rect">
            <a:avLst/>
          </a:prstGeom>
          <a:noFill/>
          <a:ln>
            <a:noFill/>
          </a:ln>
        </p:spPr>
        <p:txBody>
          <a:bodyPr vert="horz" lIns="0" tIns="0" rIns="0" bIns="0" anchorCtr="0">
            <a:noAutofit/>
          </a:bodyPr>
          <a:lstStyle>
            <a:lvl1pPr lvl="0"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5" name="Footer Placeholder 4">
            <a:extLst>
              <a:ext uri="{FF2B5EF4-FFF2-40B4-BE49-F238E27FC236}">
                <a16:creationId xmlns:a16="http://schemas.microsoft.com/office/drawing/2014/main" id="{727009A9-72DD-437F-82CA-27B314342994}"/>
              </a:ext>
            </a:extLst>
          </p:cNvPr>
          <p:cNvSpPr txBox="1">
            <a:spLocks noGrp="1"/>
          </p:cNvSpPr>
          <p:nvPr>
            <p:ph type="ftr" sz="quarter" idx="3"/>
          </p:nvPr>
        </p:nvSpPr>
        <p:spPr>
          <a:xfrm>
            <a:off x="3447360" y="5165280"/>
            <a:ext cx="3195000" cy="390960"/>
          </a:xfrm>
          <a:prstGeom prst="rect">
            <a:avLst/>
          </a:prstGeom>
          <a:noFill/>
          <a:ln>
            <a:noFill/>
          </a:ln>
        </p:spPr>
        <p:txBody>
          <a:bodyPr vert="horz" lIns="0" tIns="0" rIns="0" bIns="0" anchorCtr="0">
            <a:noAutofit/>
          </a:bodyPr>
          <a:lstStyle>
            <a:lvl1pPr lvl="0" algn="ctr"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6" name="Slide Number Placeholder 5">
            <a:extLst>
              <a:ext uri="{FF2B5EF4-FFF2-40B4-BE49-F238E27FC236}">
                <a16:creationId xmlns:a16="http://schemas.microsoft.com/office/drawing/2014/main" id="{31FA94E4-C961-4A60-B8D4-8A248559E2A1}"/>
              </a:ext>
            </a:extLst>
          </p:cNvPr>
          <p:cNvSpPr txBox="1">
            <a:spLocks noGrp="1"/>
          </p:cNvSpPr>
          <p:nvPr>
            <p:ph type="sldNum" sz="quarter" idx="4"/>
          </p:nvPr>
        </p:nvSpPr>
        <p:spPr>
          <a:xfrm>
            <a:off x="7227360" y="5165280"/>
            <a:ext cx="2348280" cy="390960"/>
          </a:xfrm>
          <a:prstGeom prst="rect">
            <a:avLst/>
          </a:prstGeom>
          <a:noFill/>
          <a:ln>
            <a:noFill/>
          </a:ln>
        </p:spPr>
        <p:txBody>
          <a:bodyPr vert="horz" lIns="0" tIns="0" rIns="0" bIns="0" anchorCtr="0">
            <a:noAutofit/>
          </a:bodyPr>
          <a:lstStyle>
            <a:lvl1pPr lvl="0" algn="r" rtl="0" hangingPunct="0">
              <a:buNone/>
              <a:tabLst/>
              <a:defRPr lang="en-GB" sz="1400" kern="1200">
                <a:latin typeface="Liberation Sans" pitchFamily="18"/>
                <a:ea typeface="DejaVu Sans" pitchFamily="2"/>
                <a:cs typeface="DejaVu Sans" pitchFamily="2"/>
              </a:defRPr>
            </a:lvl1pPr>
          </a:lstStyle>
          <a:p>
            <a:pPr lvl="0"/>
            <a:fld id="{05E589B0-7E8A-4EC9-9C1B-1996EE541A7A}" type="slidenum">
              <a:t>‹#›</a:t>
            </a:fld>
            <a:endParaRPr lang="en-GB"/>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hangingPunct="0">
        <a:tabLst/>
        <a:defRPr lang="en-GB" sz="3300" b="0" i="0" u="none" strike="noStrike" kern="1200" cap="none">
          <a:ln>
            <a:noFill/>
          </a:ln>
          <a:highlight>
            <a:scrgbClr r="0" g="0" b="0">
              <a:alpha val="0"/>
            </a:scrgbClr>
          </a:highlight>
          <a:latin typeface="Liberation Sans" pitchFamily="18"/>
        </a:defRPr>
      </a:lvl1pPr>
    </p:titleStyle>
    <p:bodyStyle>
      <a:lvl1pPr marL="0" marR="0" indent="0" rtl="0" hangingPunct="0">
        <a:spcBef>
          <a:spcPts val="1060"/>
        </a:spcBef>
        <a:spcAft>
          <a:spcPts val="0"/>
        </a:spcAft>
        <a:tabLst/>
        <a:defRPr lang="en-GB" sz="2400" b="0" i="0" u="none" strike="noStrike" kern="1200" cap="none">
          <a:ln>
            <a:noFill/>
          </a:ln>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4.xml"/><Relationship Id="rId5" Type="http://schemas.openxmlformats.org/officeDocument/2006/relationships/image" Target="../media/image7.emf"/><Relationship Id="rId4" Type="http://schemas.openxmlformats.org/officeDocument/2006/relationships/customXml" Target="../ink/ink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4.xml"/><Relationship Id="rId5" Type="http://schemas.openxmlformats.org/officeDocument/2006/relationships/image" Target="../media/image10.emf"/><Relationship Id="rId4" Type="http://schemas.openxmlformats.org/officeDocument/2006/relationships/customXml" Target="../ink/ink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4.xml"/><Relationship Id="rId5" Type="http://schemas.openxmlformats.org/officeDocument/2006/relationships/image" Target="../media/image13.emf"/><Relationship Id="rId4" Type="http://schemas.openxmlformats.org/officeDocument/2006/relationships/customXml" Target="../ink/ink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4.xml"/><Relationship Id="rId5" Type="http://schemas.openxmlformats.org/officeDocument/2006/relationships/image" Target="../media/image16.emf"/><Relationship Id="rId4" Type="http://schemas.openxmlformats.org/officeDocument/2006/relationships/customXml" Target="../ink/ink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4.xml"/><Relationship Id="rId5" Type="http://schemas.openxmlformats.org/officeDocument/2006/relationships/image" Target="../media/image20.emf"/><Relationship Id="rId4" Type="http://schemas.openxmlformats.org/officeDocument/2006/relationships/customXml" Target="../ink/ink5.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4.xml"/><Relationship Id="rId5" Type="http://schemas.openxmlformats.org/officeDocument/2006/relationships/image" Target="../media/image23.emf"/><Relationship Id="rId4" Type="http://schemas.openxmlformats.org/officeDocument/2006/relationships/customXml" Target="../ink/ink6.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4.xml"/><Relationship Id="rId5" Type="http://schemas.openxmlformats.org/officeDocument/2006/relationships/image" Target="../media/image26.emf"/><Relationship Id="rId4" Type="http://schemas.openxmlformats.org/officeDocument/2006/relationships/customXml" Target="../ink/ink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hyperlink" Target="https://wiki.python.org/moin/TimeComplexity" TargetMode="External"/><Relationship Id="rId1" Type="http://schemas.openxmlformats.org/officeDocument/2006/relationships/slideLayout" Target="../slideLayouts/slideLayout24.xml"/><Relationship Id="rId4" Type="http://schemas.openxmlformats.org/officeDocument/2006/relationships/image" Target="../media/image27.emf"/></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4.xml"/><Relationship Id="rId5" Type="http://schemas.openxmlformats.org/officeDocument/2006/relationships/image" Target="../media/image30.emf"/><Relationship Id="rId4" Type="http://schemas.openxmlformats.org/officeDocument/2006/relationships/customXml" Target="../ink/ink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5.emf"/><Relationship Id="rId2" Type="http://schemas.openxmlformats.org/officeDocument/2006/relationships/image" Target="../media/image22.png"/><Relationship Id="rId1" Type="http://schemas.openxmlformats.org/officeDocument/2006/relationships/slideLayout" Target="../slideLayouts/slideLayout24.xml"/><Relationship Id="rId6" Type="http://schemas.openxmlformats.org/officeDocument/2006/relationships/customXml" Target="../ink/ink10.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customXml" Target="../ink/ink11.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4.xml"/><Relationship Id="rId5" Type="http://schemas.openxmlformats.org/officeDocument/2006/relationships/image" Target="../media/image40.emf"/><Relationship Id="rId4" Type="http://schemas.openxmlformats.org/officeDocument/2006/relationships/customXml" Target="../ink/ink1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4.xml"/><Relationship Id="rId5" Type="http://schemas.openxmlformats.org/officeDocument/2006/relationships/image" Target="../media/image43.emf"/><Relationship Id="rId4" Type="http://schemas.openxmlformats.org/officeDocument/2006/relationships/customXml" Target="../ink/ink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4.xml"/><Relationship Id="rId6" Type="http://schemas.openxmlformats.org/officeDocument/2006/relationships/image" Target="../media/image47.emf"/><Relationship Id="rId5" Type="http://schemas.openxmlformats.org/officeDocument/2006/relationships/customXml" Target="../ink/ink14.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51.emf"/><Relationship Id="rId2" Type="http://schemas.openxmlformats.org/officeDocument/2006/relationships/notesSlide" Target="../notesSlides/notesSlide2.xml"/><Relationship Id="rId1" Type="http://schemas.openxmlformats.org/officeDocument/2006/relationships/slideLayout" Target="../slideLayouts/slideLayout24.xml"/><Relationship Id="rId6" Type="http://schemas.openxmlformats.org/officeDocument/2006/relationships/customXml" Target="../ink/ink15.xml"/><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55.emf"/><Relationship Id="rId2" Type="http://schemas.openxmlformats.org/officeDocument/2006/relationships/notesSlide" Target="../notesSlides/notesSlide3.xml"/><Relationship Id="rId1" Type="http://schemas.openxmlformats.org/officeDocument/2006/relationships/slideLayout" Target="../slideLayouts/slideLayout24.xml"/><Relationship Id="rId6" Type="http://schemas.openxmlformats.org/officeDocument/2006/relationships/customXml" Target="../ink/ink16.xml"/><Relationship Id="rId5" Type="http://schemas.openxmlformats.org/officeDocument/2006/relationships/image" Target="../media/image39.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hyperlink" Target="https://docs.python.org/3/library/stdtypes.html" TargetMode="External"/><Relationship Id="rId1" Type="http://schemas.openxmlformats.org/officeDocument/2006/relationships/slideLayout" Target="../slideLayouts/slideLayout24.xml"/><Relationship Id="rId4" Type="http://schemas.openxmlformats.org/officeDocument/2006/relationships/image" Target="../media/image56.emf"/></Relationships>
</file>

<file path=ppt/slides/_rels/slide26.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customXml" Target="../ink/ink18.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FC71E-AD18-4E9D-843C-49356F5BB2C6}"/>
              </a:ext>
            </a:extLst>
          </p:cNvPr>
          <p:cNvSpPr txBox="1">
            <a:spLocks noGrp="1"/>
          </p:cNvSpPr>
          <p:nvPr>
            <p:ph type="title" idx="4294967295"/>
          </p:nvPr>
        </p:nvSpPr>
        <p:spPr>
          <a:xfrm>
            <a:off x="503999" y="780892"/>
            <a:ext cx="9071640" cy="1354217"/>
          </a:xfrm>
        </p:spPr>
        <p:txBody>
          <a:bodyPr vert="horz">
            <a:spAutoFit/>
          </a:bodyPr>
          <a:lstStyle/>
          <a:p>
            <a:pPr lvl="0"/>
            <a:r>
              <a:rPr lang="en-GB" dirty="0"/>
              <a:t>CT7201 Python Notebooks and Scripting</a:t>
            </a:r>
          </a:p>
        </p:txBody>
      </p:sp>
      <p:sp>
        <p:nvSpPr>
          <p:cNvPr id="3" name="Subtitle 2">
            <a:extLst>
              <a:ext uri="{FF2B5EF4-FFF2-40B4-BE49-F238E27FC236}">
                <a16:creationId xmlns:a16="http://schemas.microsoft.com/office/drawing/2014/main" id="{25DAE349-CE88-49D9-A7B5-BD4C505AC5B5}"/>
              </a:ext>
            </a:extLst>
          </p:cNvPr>
          <p:cNvSpPr txBox="1">
            <a:spLocks noGrp="1"/>
          </p:cNvSpPr>
          <p:nvPr>
            <p:ph type="subTitle" idx="4294967295"/>
          </p:nvPr>
        </p:nvSpPr>
        <p:spPr>
          <a:xfrm>
            <a:off x="503999" y="2376000"/>
            <a:ext cx="9071640" cy="530486"/>
          </a:xfrm>
        </p:spPr>
        <p:txBody>
          <a:bodyPr vert="horz" anchor="ctr"/>
          <a:lstStyle/>
          <a:p>
            <a:pPr lvl="0" algn="ctr"/>
            <a:r>
              <a:rPr lang="en-GB" sz="2400" dirty="0"/>
              <a:t>Week 4</a:t>
            </a:r>
          </a:p>
        </p:txBody>
      </p:sp>
      <p:pic>
        <p:nvPicPr>
          <p:cNvPr id="5" name="Picture 4" descr="A dog lying on the floor&#10;&#10;Description automatically generated with low confidence">
            <a:extLst>
              <a:ext uri="{FF2B5EF4-FFF2-40B4-BE49-F238E27FC236}">
                <a16:creationId xmlns:a16="http://schemas.microsoft.com/office/drawing/2014/main" id="{E000F4F1-D8DD-47CF-967A-379131C3AA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9811" y="3033937"/>
            <a:ext cx="3182591" cy="23007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Multidimensional lists in Python</a:t>
            </a:r>
          </a:p>
        </p:txBody>
      </p:sp>
      <p:sp>
        <p:nvSpPr>
          <p:cNvPr id="3" name="Content Placeholder 2">
            <a:extLst>
              <a:ext uri="{FF2B5EF4-FFF2-40B4-BE49-F238E27FC236}">
                <a16:creationId xmlns:a16="http://schemas.microsoft.com/office/drawing/2014/main" id="{7CA56E44-3EE7-42F5-9F55-BC672064AB2E}"/>
              </a:ext>
            </a:extLst>
          </p:cNvPr>
          <p:cNvSpPr>
            <a:spLocks noGrp="1"/>
          </p:cNvSpPr>
          <p:nvPr>
            <p:ph idx="1"/>
          </p:nvPr>
        </p:nvSpPr>
        <p:spPr/>
        <p:txBody>
          <a:bodyPr/>
          <a:lstStyle/>
          <a:p>
            <a:r>
              <a:rPr lang="en-GB" dirty="0"/>
              <a:t>Lists in python can contain any other valid variable type</a:t>
            </a:r>
          </a:p>
          <a:p>
            <a:r>
              <a:rPr lang="en-GB" dirty="0"/>
              <a:t>Let me reiterate – they can contain </a:t>
            </a:r>
            <a:r>
              <a:rPr lang="en-GB" i="1" dirty="0"/>
              <a:t>any</a:t>
            </a:r>
            <a:r>
              <a:rPr lang="en-GB" dirty="0"/>
              <a:t> other valid variable type – which includes lists, dictionaries, and other collection types</a:t>
            </a:r>
          </a:p>
        </p:txBody>
      </p:sp>
      <p:pic>
        <p:nvPicPr>
          <p:cNvPr id="6" name="Picture 5">
            <a:extLst>
              <a:ext uri="{FF2B5EF4-FFF2-40B4-BE49-F238E27FC236}">
                <a16:creationId xmlns:a16="http://schemas.microsoft.com/office/drawing/2014/main" id="{25AB3EC6-289F-46E2-B729-006A8D0369CA}"/>
              </a:ext>
            </a:extLst>
          </p:cNvPr>
          <p:cNvPicPr>
            <a:picLocks noChangeAspect="1"/>
          </p:cNvPicPr>
          <p:nvPr/>
        </p:nvPicPr>
        <p:blipFill>
          <a:blip r:embed="rId2"/>
          <a:stretch>
            <a:fillRect/>
          </a:stretch>
        </p:blipFill>
        <p:spPr>
          <a:xfrm>
            <a:off x="674909" y="2624448"/>
            <a:ext cx="3609498" cy="2772402"/>
          </a:xfrm>
          <a:prstGeom prst="rect">
            <a:avLst/>
          </a:prstGeom>
        </p:spPr>
      </p:pic>
      <p:pic>
        <p:nvPicPr>
          <p:cNvPr id="8" name="Picture 7">
            <a:extLst>
              <a:ext uri="{FF2B5EF4-FFF2-40B4-BE49-F238E27FC236}">
                <a16:creationId xmlns:a16="http://schemas.microsoft.com/office/drawing/2014/main" id="{A70799F3-2558-4E04-A05E-11BDC5C1C870}"/>
              </a:ext>
            </a:extLst>
          </p:cNvPr>
          <p:cNvPicPr>
            <a:picLocks noChangeAspect="1"/>
          </p:cNvPicPr>
          <p:nvPr/>
        </p:nvPicPr>
        <p:blipFill>
          <a:blip r:embed="rId3"/>
          <a:stretch>
            <a:fillRect/>
          </a:stretch>
        </p:blipFill>
        <p:spPr>
          <a:xfrm>
            <a:off x="4365586" y="4119470"/>
            <a:ext cx="4210638" cy="990738"/>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220F9A04-F70B-4FCD-8CBE-1ABB393B27AF}"/>
                  </a:ext>
                </a:extLst>
              </p14:cNvPr>
              <p14:cNvContentPartPr/>
              <p14:nvPr/>
            </p14:nvContentPartPr>
            <p14:xfrm>
              <a:off x="334800" y="2583360"/>
              <a:ext cx="8171640" cy="2729160"/>
            </p14:xfrm>
          </p:contentPart>
        </mc:Choice>
        <mc:Fallback xmlns="">
          <p:pic>
            <p:nvPicPr>
              <p:cNvPr id="4" name="Ink 3">
                <a:extLst>
                  <a:ext uri="{FF2B5EF4-FFF2-40B4-BE49-F238E27FC236}">
                    <a16:creationId xmlns:a16="http://schemas.microsoft.com/office/drawing/2014/main" id="{220F9A04-F70B-4FCD-8CBE-1ABB393B27AF}"/>
                  </a:ext>
                </a:extLst>
              </p:cNvPr>
              <p:cNvPicPr/>
              <p:nvPr/>
            </p:nvPicPr>
            <p:blipFill>
              <a:blip r:embed="rId5"/>
              <a:stretch>
                <a:fillRect/>
              </a:stretch>
            </p:blipFill>
            <p:spPr>
              <a:xfrm>
                <a:off x="325440" y="2574000"/>
                <a:ext cx="8190360" cy="2747880"/>
              </a:xfrm>
              <a:prstGeom prst="rect">
                <a:avLst/>
              </a:prstGeom>
            </p:spPr>
          </p:pic>
        </mc:Fallback>
      </mc:AlternateContent>
    </p:spTree>
    <p:extLst>
      <p:ext uri="{BB962C8B-B14F-4D97-AF65-F5344CB8AC3E}">
        <p14:creationId xmlns:p14="http://schemas.microsoft.com/office/powerpoint/2010/main" val="2295092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Multidimensional lists in Python</a:t>
            </a:r>
          </a:p>
        </p:txBody>
      </p:sp>
      <p:sp>
        <p:nvSpPr>
          <p:cNvPr id="3" name="Content Placeholder 2">
            <a:extLst>
              <a:ext uri="{FF2B5EF4-FFF2-40B4-BE49-F238E27FC236}">
                <a16:creationId xmlns:a16="http://schemas.microsoft.com/office/drawing/2014/main" id="{7CA56E44-3EE7-42F5-9F55-BC672064AB2E}"/>
              </a:ext>
            </a:extLst>
          </p:cNvPr>
          <p:cNvSpPr>
            <a:spLocks noGrp="1"/>
          </p:cNvSpPr>
          <p:nvPr>
            <p:ph idx="1"/>
          </p:nvPr>
        </p:nvSpPr>
        <p:spPr/>
        <p:txBody>
          <a:bodyPr/>
          <a:lstStyle/>
          <a:p>
            <a:r>
              <a:rPr lang="en-GB" dirty="0"/>
              <a:t>As you can imagine, this allows you to hold data in a huge variety of ways – out to as many dimensions as the memory in your computer will allow</a:t>
            </a:r>
          </a:p>
          <a:p>
            <a:r>
              <a:rPr lang="en-GB" dirty="0"/>
              <a:t>This isn’t simply limited to lists, dictionaries, tuples, etc can all contain other collections as elements. This lets you build up highly complex representations of data from these types</a:t>
            </a:r>
          </a:p>
        </p:txBody>
      </p:sp>
    </p:spTree>
    <p:extLst>
      <p:ext uri="{BB962C8B-B14F-4D97-AF65-F5344CB8AC3E}">
        <p14:creationId xmlns:p14="http://schemas.microsoft.com/office/powerpoint/2010/main" val="541382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Dictionaries in Python</a:t>
            </a:r>
          </a:p>
        </p:txBody>
      </p:sp>
      <p:sp>
        <p:nvSpPr>
          <p:cNvPr id="3" name="Content Placeholder 2">
            <a:extLst>
              <a:ext uri="{FF2B5EF4-FFF2-40B4-BE49-F238E27FC236}">
                <a16:creationId xmlns:a16="http://schemas.microsoft.com/office/drawing/2014/main" id="{7CA56E44-3EE7-42F5-9F55-BC672064AB2E}"/>
              </a:ext>
            </a:extLst>
          </p:cNvPr>
          <p:cNvSpPr>
            <a:spLocks noGrp="1"/>
          </p:cNvSpPr>
          <p:nvPr>
            <p:ph idx="1"/>
          </p:nvPr>
        </p:nvSpPr>
        <p:spPr/>
        <p:txBody>
          <a:bodyPr/>
          <a:lstStyle/>
          <a:p>
            <a:r>
              <a:rPr lang="en-GB" dirty="0"/>
              <a:t>Dictionaries in Python as a type of </a:t>
            </a:r>
            <a:r>
              <a:rPr lang="en-GB" i="1" dirty="0"/>
              <a:t>Collection</a:t>
            </a:r>
            <a:r>
              <a:rPr lang="en-GB" dirty="0"/>
              <a:t> that works differently from a list – they are </a:t>
            </a:r>
            <a:r>
              <a:rPr lang="en-GB" i="1" dirty="0"/>
              <a:t>mutable</a:t>
            </a:r>
            <a:r>
              <a:rPr lang="en-GB" dirty="0"/>
              <a:t> collections of a bunch of values</a:t>
            </a:r>
          </a:p>
          <a:p>
            <a:r>
              <a:rPr lang="en-GB" dirty="0"/>
              <a:t>A dictionary is typed out in python with curly braces: { }</a:t>
            </a:r>
          </a:p>
          <a:p>
            <a:r>
              <a:rPr lang="en-GB" dirty="0"/>
              <a:t>A dictionary contains </a:t>
            </a:r>
            <a:r>
              <a:rPr lang="en-GB" i="1" dirty="0"/>
              <a:t>Key, Value pairs</a:t>
            </a:r>
            <a:r>
              <a:rPr lang="en-GB" dirty="0"/>
              <a:t>. These are elements that consist of an identifier, or “</a:t>
            </a:r>
            <a:r>
              <a:rPr lang="en-GB" i="1" dirty="0"/>
              <a:t>Key</a:t>
            </a:r>
            <a:r>
              <a:rPr lang="en-GB" dirty="0"/>
              <a:t>” and a piece of data or “</a:t>
            </a:r>
            <a:r>
              <a:rPr lang="en-GB" i="1" dirty="0"/>
              <a:t>value</a:t>
            </a:r>
            <a:r>
              <a:rPr lang="en-GB" dirty="0"/>
              <a:t>”.</a:t>
            </a:r>
          </a:p>
          <a:p>
            <a:endParaRPr lang="en-GB" dirty="0"/>
          </a:p>
        </p:txBody>
      </p:sp>
      <p:sp>
        <p:nvSpPr>
          <p:cNvPr id="4" name="Cloud 3">
            <a:extLst>
              <a:ext uri="{FF2B5EF4-FFF2-40B4-BE49-F238E27FC236}">
                <a16:creationId xmlns:a16="http://schemas.microsoft.com/office/drawing/2014/main" id="{9B2740BF-1291-48BE-9276-3C3EE3415EED}"/>
              </a:ext>
            </a:extLst>
          </p:cNvPr>
          <p:cNvSpPr/>
          <p:nvPr/>
        </p:nvSpPr>
        <p:spPr>
          <a:xfrm>
            <a:off x="71847" y="105017"/>
            <a:ext cx="2129246" cy="1067503"/>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Mutable = changeable</a:t>
            </a:r>
          </a:p>
        </p:txBody>
      </p:sp>
      <p:pic>
        <p:nvPicPr>
          <p:cNvPr id="6" name="Picture 5">
            <a:extLst>
              <a:ext uri="{FF2B5EF4-FFF2-40B4-BE49-F238E27FC236}">
                <a16:creationId xmlns:a16="http://schemas.microsoft.com/office/drawing/2014/main" id="{222C76BA-6D69-49ED-BC85-BB5EE33A583A}"/>
              </a:ext>
            </a:extLst>
          </p:cNvPr>
          <p:cNvPicPr>
            <a:picLocks noChangeAspect="1"/>
          </p:cNvPicPr>
          <p:nvPr/>
        </p:nvPicPr>
        <p:blipFill>
          <a:blip r:embed="rId2"/>
          <a:stretch>
            <a:fillRect/>
          </a:stretch>
        </p:blipFill>
        <p:spPr>
          <a:xfrm>
            <a:off x="503999" y="3615186"/>
            <a:ext cx="7039957" cy="1457528"/>
          </a:xfrm>
          <a:prstGeom prst="rect">
            <a:avLst/>
          </a:prstGeom>
        </p:spPr>
      </p:pic>
      <p:pic>
        <p:nvPicPr>
          <p:cNvPr id="8" name="Picture 7">
            <a:extLst>
              <a:ext uri="{FF2B5EF4-FFF2-40B4-BE49-F238E27FC236}">
                <a16:creationId xmlns:a16="http://schemas.microsoft.com/office/drawing/2014/main" id="{DF5DCD16-597B-408B-A5DF-DEE0E20F829C}"/>
              </a:ext>
            </a:extLst>
          </p:cNvPr>
          <p:cNvPicPr>
            <a:picLocks noChangeAspect="1"/>
          </p:cNvPicPr>
          <p:nvPr/>
        </p:nvPicPr>
        <p:blipFill>
          <a:blip r:embed="rId3"/>
          <a:stretch>
            <a:fillRect/>
          </a:stretch>
        </p:blipFill>
        <p:spPr>
          <a:xfrm>
            <a:off x="7654796" y="4176933"/>
            <a:ext cx="905001" cy="666843"/>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5ACEA574-BBC2-4644-9825-CDEEC439E8A0}"/>
                  </a:ext>
                </a:extLst>
              </p14:cNvPr>
              <p14:cNvContentPartPr/>
              <p14:nvPr/>
            </p14:nvContentPartPr>
            <p14:xfrm>
              <a:off x="307080" y="0"/>
              <a:ext cx="8380440" cy="3930480"/>
            </p14:xfrm>
          </p:contentPart>
        </mc:Choice>
        <mc:Fallback xmlns="">
          <p:pic>
            <p:nvPicPr>
              <p:cNvPr id="5" name="Ink 4">
                <a:extLst>
                  <a:ext uri="{FF2B5EF4-FFF2-40B4-BE49-F238E27FC236}">
                    <a16:creationId xmlns:a16="http://schemas.microsoft.com/office/drawing/2014/main" id="{5ACEA574-BBC2-4644-9825-CDEEC439E8A0}"/>
                  </a:ext>
                </a:extLst>
              </p:cNvPr>
              <p:cNvPicPr/>
              <p:nvPr/>
            </p:nvPicPr>
            <p:blipFill>
              <a:blip r:embed="rId5"/>
              <a:stretch>
                <a:fillRect/>
              </a:stretch>
            </p:blipFill>
            <p:spPr>
              <a:xfrm>
                <a:off x="297720" y="-9360"/>
                <a:ext cx="8399160" cy="3949200"/>
              </a:xfrm>
              <a:prstGeom prst="rect">
                <a:avLst/>
              </a:prstGeom>
            </p:spPr>
          </p:pic>
        </mc:Fallback>
      </mc:AlternateContent>
    </p:spTree>
    <p:extLst>
      <p:ext uri="{BB962C8B-B14F-4D97-AF65-F5344CB8AC3E}">
        <p14:creationId xmlns:p14="http://schemas.microsoft.com/office/powerpoint/2010/main" val="1958109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Dictionaries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lstStyle/>
          <a:p>
            <a:r>
              <a:rPr lang="en-GB" dirty="0"/>
              <a:t>To add an item to a dictionary, you just use a key that doesn’t exist yet, and set it with an “=“ operator. You can also use this approach to update existing entries:</a:t>
            </a:r>
          </a:p>
        </p:txBody>
      </p:sp>
      <p:pic>
        <p:nvPicPr>
          <p:cNvPr id="4" name="Picture 3">
            <a:extLst>
              <a:ext uri="{FF2B5EF4-FFF2-40B4-BE49-F238E27FC236}">
                <a16:creationId xmlns:a16="http://schemas.microsoft.com/office/drawing/2014/main" id="{4F1675EA-F4E7-45CC-966D-2AB84377F8C5}"/>
              </a:ext>
            </a:extLst>
          </p:cNvPr>
          <p:cNvPicPr>
            <a:picLocks noChangeAspect="1"/>
          </p:cNvPicPr>
          <p:nvPr/>
        </p:nvPicPr>
        <p:blipFill>
          <a:blip r:embed="rId2"/>
          <a:stretch>
            <a:fillRect/>
          </a:stretch>
        </p:blipFill>
        <p:spPr>
          <a:xfrm>
            <a:off x="814509" y="2699691"/>
            <a:ext cx="4792093" cy="1793931"/>
          </a:xfrm>
          <a:prstGeom prst="rect">
            <a:avLst/>
          </a:prstGeom>
        </p:spPr>
      </p:pic>
      <p:pic>
        <p:nvPicPr>
          <p:cNvPr id="6" name="Picture 5">
            <a:extLst>
              <a:ext uri="{FF2B5EF4-FFF2-40B4-BE49-F238E27FC236}">
                <a16:creationId xmlns:a16="http://schemas.microsoft.com/office/drawing/2014/main" id="{59635C96-03E3-43C0-AB17-DF0A60A16210}"/>
              </a:ext>
            </a:extLst>
          </p:cNvPr>
          <p:cNvPicPr>
            <a:picLocks noChangeAspect="1"/>
          </p:cNvPicPr>
          <p:nvPr/>
        </p:nvPicPr>
        <p:blipFill>
          <a:blip r:embed="rId3"/>
          <a:stretch>
            <a:fillRect/>
          </a:stretch>
        </p:blipFill>
        <p:spPr>
          <a:xfrm>
            <a:off x="5847802" y="3101287"/>
            <a:ext cx="1162212" cy="990738"/>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5282C0B9-2792-4E51-89E3-82D9B9A24AF1}"/>
                  </a:ext>
                </a:extLst>
              </p14:cNvPr>
              <p14:cNvContentPartPr/>
              <p14:nvPr/>
            </p14:nvContentPartPr>
            <p14:xfrm>
              <a:off x="838800" y="2012400"/>
              <a:ext cx="2811960" cy="2370960"/>
            </p14:xfrm>
          </p:contentPart>
        </mc:Choice>
        <mc:Fallback xmlns="">
          <p:pic>
            <p:nvPicPr>
              <p:cNvPr id="3" name="Ink 2">
                <a:extLst>
                  <a:ext uri="{FF2B5EF4-FFF2-40B4-BE49-F238E27FC236}">
                    <a16:creationId xmlns:a16="http://schemas.microsoft.com/office/drawing/2014/main" id="{5282C0B9-2792-4E51-89E3-82D9B9A24AF1}"/>
                  </a:ext>
                </a:extLst>
              </p:cNvPr>
              <p:cNvPicPr/>
              <p:nvPr/>
            </p:nvPicPr>
            <p:blipFill>
              <a:blip r:embed="rId5"/>
              <a:stretch>
                <a:fillRect/>
              </a:stretch>
            </p:blipFill>
            <p:spPr>
              <a:xfrm>
                <a:off x="829440" y="2003040"/>
                <a:ext cx="2830680" cy="2389680"/>
              </a:xfrm>
              <a:prstGeom prst="rect">
                <a:avLst/>
              </a:prstGeom>
            </p:spPr>
          </p:pic>
        </mc:Fallback>
      </mc:AlternateContent>
    </p:spTree>
    <p:extLst>
      <p:ext uri="{BB962C8B-B14F-4D97-AF65-F5344CB8AC3E}">
        <p14:creationId xmlns:p14="http://schemas.microsoft.com/office/powerpoint/2010/main" val="2922188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Dictionaries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lstStyle/>
          <a:p>
            <a:r>
              <a:rPr lang="en-GB" dirty="0"/>
              <a:t>You can also use the “del” keyword to remove an element from a dictionary:</a:t>
            </a:r>
          </a:p>
        </p:txBody>
      </p:sp>
      <p:pic>
        <p:nvPicPr>
          <p:cNvPr id="14" name="Picture 13">
            <a:extLst>
              <a:ext uri="{FF2B5EF4-FFF2-40B4-BE49-F238E27FC236}">
                <a16:creationId xmlns:a16="http://schemas.microsoft.com/office/drawing/2014/main" id="{0F1A966A-0E4D-4CCA-91A0-8B18C3C746AF}"/>
              </a:ext>
            </a:extLst>
          </p:cNvPr>
          <p:cNvPicPr>
            <a:picLocks noChangeAspect="1"/>
          </p:cNvPicPr>
          <p:nvPr/>
        </p:nvPicPr>
        <p:blipFill>
          <a:blip r:embed="rId2"/>
          <a:stretch>
            <a:fillRect/>
          </a:stretch>
        </p:blipFill>
        <p:spPr>
          <a:xfrm>
            <a:off x="673816" y="3842234"/>
            <a:ext cx="8554644" cy="1419423"/>
          </a:xfrm>
          <a:prstGeom prst="rect">
            <a:avLst/>
          </a:prstGeom>
        </p:spPr>
      </p:pic>
      <p:pic>
        <p:nvPicPr>
          <p:cNvPr id="16" name="Picture 15">
            <a:extLst>
              <a:ext uri="{FF2B5EF4-FFF2-40B4-BE49-F238E27FC236}">
                <a16:creationId xmlns:a16="http://schemas.microsoft.com/office/drawing/2014/main" id="{459CE794-0E7F-42BB-8952-784B5C24B2F3}"/>
              </a:ext>
            </a:extLst>
          </p:cNvPr>
          <p:cNvPicPr>
            <a:picLocks noChangeAspect="1"/>
          </p:cNvPicPr>
          <p:nvPr/>
        </p:nvPicPr>
        <p:blipFill>
          <a:blip r:embed="rId3"/>
          <a:stretch>
            <a:fillRect/>
          </a:stretch>
        </p:blipFill>
        <p:spPr>
          <a:xfrm>
            <a:off x="2083527" y="1876040"/>
            <a:ext cx="5613135" cy="1812114"/>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529449D0-DEED-4D17-88C9-5A2DB479F544}"/>
                  </a:ext>
                </a:extLst>
              </p14:cNvPr>
              <p14:cNvContentPartPr/>
              <p14:nvPr/>
            </p14:nvContentPartPr>
            <p14:xfrm>
              <a:off x="484200" y="1874520"/>
              <a:ext cx="4289040" cy="3497040"/>
            </p14:xfrm>
          </p:contentPart>
        </mc:Choice>
        <mc:Fallback xmlns="">
          <p:pic>
            <p:nvPicPr>
              <p:cNvPr id="3" name="Ink 2">
                <a:extLst>
                  <a:ext uri="{FF2B5EF4-FFF2-40B4-BE49-F238E27FC236}">
                    <a16:creationId xmlns:a16="http://schemas.microsoft.com/office/drawing/2014/main" id="{529449D0-DEED-4D17-88C9-5A2DB479F544}"/>
                  </a:ext>
                </a:extLst>
              </p:cNvPr>
              <p:cNvPicPr/>
              <p:nvPr/>
            </p:nvPicPr>
            <p:blipFill>
              <a:blip r:embed="rId5"/>
              <a:stretch>
                <a:fillRect/>
              </a:stretch>
            </p:blipFill>
            <p:spPr>
              <a:xfrm>
                <a:off x="474840" y="1865160"/>
                <a:ext cx="4307760" cy="3515760"/>
              </a:xfrm>
              <a:prstGeom prst="rect">
                <a:avLst/>
              </a:prstGeom>
            </p:spPr>
          </p:pic>
        </mc:Fallback>
      </mc:AlternateContent>
    </p:spTree>
    <p:extLst>
      <p:ext uri="{BB962C8B-B14F-4D97-AF65-F5344CB8AC3E}">
        <p14:creationId xmlns:p14="http://schemas.microsoft.com/office/powerpoint/2010/main" val="3820624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Dictionaries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lstStyle/>
          <a:p>
            <a:r>
              <a:rPr lang="en-GB" dirty="0"/>
              <a:t>You can also use the “pop” method, similarly to a list to remove an element from a dictionary:</a:t>
            </a:r>
          </a:p>
        </p:txBody>
      </p:sp>
      <p:pic>
        <p:nvPicPr>
          <p:cNvPr id="14" name="Picture 13">
            <a:extLst>
              <a:ext uri="{FF2B5EF4-FFF2-40B4-BE49-F238E27FC236}">
                <a16:creationId xmlns:a16="http://schemas.microsoft.com/office/drawing/2014/main" id="{0F1A966A-0E4D-4CCA-91A0-8B18C3C746AF}"/>
              </a:ext>
            </a:extLst>
          </p:cNvPr>
          <p:cNvPicPr>
            <a:picLocks noChangeAspect="1"/>
          </p:cNvPicPr>
          <p:nvPr/>
        </p:nvPicPr>
        <p:blipFill>
          <a:blip r:embed="rId2"/>
          <a:stretch>
            <a:fillRect/>
          </a:stretch>
        </p:blipFill>
        <p:spPr>
          <a:xfrm>
            <a:off x="673816" y="3842234"/>
            <a:ext cx="8554644" cy="1419423"/>
          </a:xfrm>
          <a:prstGeom prst="rect">
            <a:avLst/>
          </a:prstGeom>
        </p:spPr>
      </p:pic>
      <p:pic>
        <p:nvPicPr>
          <p:cNvPr id="4" name="Picture 3">
            <a:extLst>
              <a:ext uri="{FF2B5EF4-FFF2-40B4-BE49-F238E27FC236}">
                <a16:creationId xmlns:a16="http://schemas.microsoft.com/office/drawing/2014/main" id="{0CAE99BC-78A7-452A-B24F-702C54BFFE9D}"/>
              </a:ext>
            </a:extLst>
          </p:cNvPr>
          <p:cNvPicPr>
            <a:picLocks noChangeAspect="1"/>
          </p:cNvPicPr>
          <p:nvPr/>
        </p:nvPicPr>
        <p:blipFill>
          <a:blip r:embed="rId3"/>
          <a:stretch>
            <a:fillRect/>
          </a:stretch>
        </p:blipFill>
        <p:spPr>
          <a:xfrm>
            <a:off x="2150345" y="2193545"/>
            <a:ext cx="5295483" cy="1616667"/>
          </a:xfrm>
          <a:prstGeom prst="rect">
            <a:avLst/>
          </a:prstGeom>
        </p:spPr>
      </p:pic>
    </p:spTree>
    <p:extLst>
      <p:ext uri="{BB962C8B-B14F-4D97-AF65-F5344CB8AC3E}">
        <p14:creationId xmlns:p14="http://schemas.microsoft.com/office/powerpoint/2010/main" val="277940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Dictionaries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lstStyle/>
          <a:p>
            <a:r>
              <a:rPr lang="en-GB" dirty="0"/>
              <a:t>As you can see in the previous slides – if a key is missing from the dictionary – you will get an interpretation error called a “</a:t>
            </a:r>
            <a:r>
              <a:rPr lang="en-GB" dirty="0" err="1"/>
              <a:t>KeyError</a:t>
            </a:r>
            <a:r>
              <a:rPr lang="en-GB" dirty="0"/>
              <a:t>”</a:t>
            </a:r>
          </a:p>
        </p:txBody>
      </p:sp>
      <p:pic>
        <p:nvPicPr>
          <p:cNvPr id="14" name="Picture 13">
            <a:extLst>
              <a:ext uri="{FF2B5EF4-FFF2-40B4-BE49-F238E27FC236}">
                <a16:creationId xmlns:a16="http://schemas.microsoft.com/office/drawing/2014/main" id="{0F1A966A-0E4D-4CCA-91A0-8B18C3C746AF}"/>
              </a:ext>
            </a:extLst>
          </p:cNvPr>
          <p:cNvPicPr>
            <a:picLocks noChangeAspect="1"/>
          </p:cNvPicPr>
          <p:nvPr/>
        </p:nvPicPr>
        <p:blipFill>
          <a:blip r:embed="rId2"/>
          <a:stretch>
            <a:fillRect/>
          </a:stretch>
        </p:blipFill>
        <p:spPr>
          <a:xfrm>
            <a:off x="762497" y="2189783"/>
            <a:ext cx="8554644" cy="1419423"/>
          </a:xfrm>
          <a:prstGeom prst="rect">
            <a:avLst/>
          </a:prstGeom>
        </p:spPr>
      </p:pic>
    </p:spTree>
    <p:extLst>
      <p:ext uri="{BB962C8B-B14F-4D97-AF65-F5344CB8AC3E}">
        <p14:creationId xmlns:p14="http://schemas.microsoft.com/office/powerpoint/2010/main" val="776622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Dictionaries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lstStyle/>
          <a:p>
            <a:r>
              <a:rPr lang="en-GB" dirty="0"/>
              <a:t>You can check if a key currently exists in a dictionary, by using the “</a:t>
            </a:r>
            <a:r>
              <a:rPr lang="en-GB" i="1" dirty="0"/>
              <a:t>in</a:t>
            </a:r>
            <a:r>
              <a:rPr lang="en-GB" dirty="0"/>
              <a:t>” keyword</a:t>
            </a:r>
          </a:p>
        </p:txBody>
      </p:sp>
      <p:pic>
        <p:nvPicPr>
          <p:cNvPr id="4" name="Picture 3">
            <a:extLst>
              <a:ext uri="{FF2B5EF4-FFF2-40B4-BE49-F238E27FC236}">
                <a16:creationId xmlns:a16="http://schemas.microsoft.com/office/drawing/2014/main" id="{E3B3E20C-9231-4DDA-B9EB-3F1EBFA6385D}"/>
              </a:ext>
            </a:extLst>
          </p:cNvPr>
          <p:cNvPicPr>
            <a:picLocks noChangeAspect="1"/>
          </p:cNvPicPr>
          <p:nvPr/>
        </p:nvPicPr>
        <p:blipFill>
          <a:blip r:embed="rId2"/>
          <a:stretch>
            <a:fillRect/>
          </a:stretch>
        </p:blipFill>
        <p:spPr>
          <a:xfrm>
            <a:off x="503999" y="2089306"/>
            <a:ext cx="6725589" cy="2314898"/>
          </a:xfrm>
          <a:prstGeom prst="rect">
            <a:avLst/>
          </a:prstGeom>
        </p:spPr>
      </p:pic>
      <p:pic>
        <p:nvPicPr>
          <p:cNvPr id="6" name="Picture 5">
            <a:extLst>
              <a:ext uri="{FF2B5EF4-FFF2-40B4-BE49-F238E27FC236}">
                <a16:creationId xmlns:a16="http://schemas.microsoft.com/office/drawing/2014/main" id="{64861541-4FE2-406F-805A-704083C18E9A}"/>
              </a:ext>
            </a:extLst>
          </p:cNvPr>
          <p:cNvPicPr>
            <a:picLocks noChangeAspect="1"/>
          </p:cNvPicPr>
          <p:nvPr/>
        </p:nvPicPr>
        <p:blipFill>
          <a:blip r:embed="rId3"/>
          <a:stretch>
            <a:fillRect/>
          </a:stretch>
        </p:blipFill>
        <p:spPr>
          <a:xfrm>
            <a:off x="7558783" y="2970719"/>
            <a:ext cx="1076475" cy="638264"/>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AD5AE898-13BD-4DF8-82E0-EB9B4157BC32}"/>
                  </a:ext>
                </a:extLst>
              </p14:cNvPr>
              <p14:cNvContentPartPr/>
              <p14:nvPr/>
            </p14:nvContentPartPr>
            <p14:xfrm>
              <a:off x="417600" y="2323440"/>
              <a:ext cx="8017920" cy="2469240"/>
            </p14:xfrm>
          </p:contentPart>
        </mc:Choice>
        <mc:Fallback xmlns="">
          <p:pic>
            <p:nvPicPr>
              <p:cNvPr id="3" name="Ink 2">
                <a:extLst>
                  <a:ext uri="{FF2B5EF4-FFF2-40B4-BE49-F238E27FC236}">
                    <a16:creationId xmlns:a16="http://schemas.microsoft.com/office/drawing/2014/main" id="{AD5AE898-13BD-4DF8-82E0-EB9B4157BC32}"/>
                  </a:ext>
                </a:extLst>
              </p:cNvPr>
              <p:cNvPicPr/>
              <p:nvPr/>
            </p:nvPicPr>
            <p:blipFill>
              <a:blip r:embed="rId5"/>
              <a:stretch>
                <a:fillRect/>
              </a:stretch>
            </p:blipFill>
            <p:spPr>
              <a:xfrm>
                <a:off x="408240" y="2314080"/>
                <a:ext cx="8036640" cy="2487960"/>
              </a:xfrm>
              <a:prstGeom prst="rect">
                <a:avLst/>
              </a:prstGeom>
            </p:spPr>
          </p:pic>
        </mc:Fallback>
      </mc:AlternateContent>
    </p:spTree>
    <p:extLst>
      <p:ext uri="{BB962C8B-B14F-4D97-AF65-F5344CB8AC3E}">
        <p14:creationId xmlns:p14="http://schemas.microsoft.com/office/powerpoint/2010/main" val="43951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Dictionaries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lstStyle/>
          <a:p>
            <a:r>
              <a:rPr lang="en-GB" dirty="0"/>
              <a:t>Coding like that can be a bit tedious – so Python has our backs here, we can use a “get” method instead, which takes both a key to try and get – and a value to return if the key does not exist:</a:t>
            </a:r>
          </a:p>
          <a:p>
            <a:endParaRPr lang="en-GB" dirty="0"/>
          </a:p>
        </p:txBody>
      </p:sp>
      <p:pic>
        <p:nvPicPr>
          <p:cNvPr id="5" name="Picture 4">
            <a:extLst>
              <a:ext uri="{FF2B5EF4-FFF2-40B4-BE49-F238E27FC236}">
                <a16:creationId xmlns:a16="http://schemas.microsoft.com/office/drawing/2014/main" id="{B88E4138-5CBA-4C19-8A80-5AEDA29559A1}"/>
              </a:ext>
            </a:extLst>
          </p:cNvPr>
          <p:cNvPicPr>
            <a:picLocks noChangeAspect="1"/>
          </p:cNvPicPr>
          <p:nvPr/>
        </p:nvPicPr>
        <p:blipFill>
          <a:blip r:embed="rId2"/>
          <a:stretch>
            <a:fillRect/>
          </a:stretch>
        </p:blipFill>
        <p:spPr>
          <a:xfrm>
            <a:off x="736705" y="2700047"/>
            <a:ext cx="6935168" cy="1914792"/>
          </a:xfrm>
          <a:prstGeom prst="rect">
            <a:avLst/>
          </a:prstGeom>
        </p:spPr>
      </p:pic>
      <p:pic>
        <p:nvPicPr>
          <p:cNvPr id="9" name="Picture 8">
            <a:extLst>
              <a:ext uri="{FF2B5EF4-FFF2-40B4-BE49-F238E27FC236}">
                <a16:creationId xmlns:a16="http://schemas.microsoft.com/office/drawing/2014/main" id="{2DDD7C0C-8094-4A6F-9EE2-6B604A34F864}"/>
              </a:ext>
            </a:extLst>
          </p:cNvPr>
          <p:cNvPicPr>
            <a:picLocks noChangeAspect="1"/>
          </p:cNvPicPr>
          <p:nvPr/>
        </p:nvPicPr>
        <p:blipFill>
          <a:blip r:embed="rId3"/>
          <a:stretch>
            <a:fillRect/>
          </a:stretch>
        </p:blipFill>
        <p:spPr>
          <a:xfrm>
            <a:off x="7734558" y="3252574"/>
            <a:ext cx="1495634" cy="809738"/>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C4DB13D-F1C1-4239-A0F0-874BACA1A8A7}"/>
                  </a:ext>
                </a:extLst>
              </p14:cNvPr>
              <p14:cNvContentPartPr/>
              <p14:nvPr/>
            </p14:nvContentPartPr>
            <p14:xfrm>
              <a:off x="1527840" y="2098800"/>
              <a:ext cx="7033680" cy="2181960"/>
            </p14:xfrm>
          </p:contentPart>
        </mc:Choice>
        <mc:Fallback xmlns="">
          <p:pic>
            <p:nvPicPr>
              <p:cNvPr id="3" name="Ink 2">
                <a:extLst>
                  <a:ext uri="{FF2B5EF4-FFF2-40B4-BE49-F238E27FC236}">
                    <a16:creationId xmlns:a16="http://schemas.microsoft.com/office/drawing/2014/main" id="{0C4DB13D-F1C1-4239-A0F0-874BACA1A8A7}"/>
                  </a:ext>
                </a:extLst>
              </p:cNvPr>
              <p:cNvPicPr/>
              <p:nvPr/>
            </p:nvPicPr>
            <p:blipFill>
              <a:blip r:embed="rId5"/>
              <a:stretch>
                <a:fillRect/>
              </a:stretch>
            </p:blipFill>
            <p:spPr>
              <a:xfrm>
                <a:off x="1518480" y="2089440"/>
                <a:ext cx="7052400" cy="2200680"/>
              </a:xfrm>
              <a:prstGeom prst="rect">
                <a:avLst/>
              </a:prstGeom>
            </p:spPr>
          </p:pic>
        </mc:Fallback>
      </mc:AlternateContent>
    </p:spTree>
    <p:extLst>
      <p:ext uri="{BB962C8B-B14F-4D97-AF65-F5344CB8AC3E}">
        <p14:creationId xmlns:p14="http://schemas.microsoft.com/office/powerpoint/2010/main" val="969150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Dictionaries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lstStyle/>
          <a:p>
            <a:r>
              <a:rPr lang="en-GB" dirty="0"/>
              <a:t>Similarly we have a “</a:t>
            </a:r>
            <a:r>
              <a:rPr lang="en-GB" dirty="0" err="1"/>
              <a:t>setdefault</a:t>
            </a:r>
            <a:r>
              <a:rPr lang="en-GB" dirty="0"/>
              <a:t>” method, which takes both a key to check for, and a value to set that key to if it doesn’t exist</a:t>
            </a:r>
          </a:p>
          <a:p>
            <a:endParaRPr lang="en-GB" dirty="0"/>
          </a:p>
        </p:txBody>
      </p:sp>
      <p:pic>
        <p:nvPicPr>
          <p:cNvPr id="4" name="Picture 3">
            <a:extLst>
              <a:ext uri="{FF2B5EF4-FFF2-40B4-BE49-F238E27FC236}">
                <a16:creationId xmlns:a16="http://schemas.microsoft.com/office/drawing/2014/main" id="{7E5B1F45-30BF-4F90-8D4F-CCA8F978EB38}"/>
              </a:ext>
            </a:extLst>
          </p:cNvPr>
          <p:cNvPicPr>
            <a:picLocks noChangeAspect="1"/>
          </p:cNvPicPr>
          <p:nvPr/>
        </p:nvPicPr>
        <p:blipFill>
          <a:blip r:embed="rId2"/>
          <a:stretch>
            <a:fillRect/>
          </a:stretch>
        </p:blipFill>
        <p:spPr>
          <a:xfrm>
            <a:off x="565009" y="2214312"/>
            <a:ext cx="6573167" cy="2953162"/>
          </a:xfrm>
          <a:prstGeom prst="rect">
            <a:avLst/>
          </a:prstGeom>
        </p:spPr>
      </p:pic>
      <p:pic>
        <p:nvPicPr>
          <p:cNvPr id="8" name="Picture 7">
            <a:extLst>
              <a:ext uri="{FF2B5EF4-FFF2-40B4-BE49-F238E27FC236}">
                <a16:creationId xmlns:a16="http://schemas.microsoft.com/office/drawing/2014/main" id="{94986AAD-2803-4C5F-84B9-78A7A3997094}"/>
              </a:ext>
            </a:extLst>
          </p:cNvPr>
          <p:cNvPicPr>
            <a:picLocks noChangeAspect="1"/>
          </p:cNvPicPr>
          <p:nvPr/>
        </p:nvPicPr>
        <p:blipFill>
          <a:blip r:embed="rId3"/>
          <a:stretch>
            <a:fillRect/>
          </a:stretch>
        </p:blipFill>
        <p:spPr>
          <a:xfrm>
            <a:off x="7199186" y="3172647"/>
            <a:ext cx="990738" cy="1219370"/>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A8450F6-11B4-4BAF-B81B-CB8C325F0AA3}"/>
                  </a:ext>
                </a:extLst>
              </p14:cNvPr>
              <p14:cNvContentPartPr/>
              <p14:nvPr/>
            </p14:nvContentPartPr>
            <p14:xfrm>
              <a:off x="417600" y="2185560"/>
              <a:ext cx="7521840" cy="3091680"/>
            </p14:xfrm>
          </p:contentPart>
        </mc:Choice>
        <mc:Fallback xmlns="">
          <p:pic>
            <p:nvPicPr>
              <p:cNvPr id="3" name="Ink 2">
                <a:extLst>
                  <a:ext uri="{FF2B5EF4-FFF2-40B4-BE49-F238E27FC236}">
                    <a16:creationId xmlns:a16="http://schemas.microsoft.com/office/drawing/2014/main" id="{6A8450F6-11B4-4BAF-B81B-CB8C325F0AA3}"/>
                  </a:ext>
                </a:extLst>
              </p:cNvPr>
              <p:cNvPicPr/>
              <p:nvPr/>
            </p:nvPicPr>
            <p:blipFill>
              <a:blip r:embed="rId5"/>
              <a:stretch>
                <a:fillRect/>
              </a:stretch>
            </p:blipFill>
            <p:spPr>
              <a:xfrm>
                <a:off x="408240" y="2176200"/>
                <a:ext cx="7540560" cy="3110400"/>
              </a:xfrm>
              <a:prstGeom prst="rect">
                <a:avLst/>
              </a:prstGeom>
            </p:spPr>
          </p:pic>
        </mc:Fallback>
      </mc:AlternateContent>
    </p:spTree>
    <p:extLst>
      <p:ext uri="{BB962C8B-B14F-4D97-AF65-F5344CB8AC3E}">
        <p14:creationId xmlns:p14="http://schemas.microsoft.com/office/powerpoint/2010/main" val="788317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Dictionaries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normAutofit fontScale="85000" lnSpcReduction="10000"/>
          </a:bodyPr>
          <a:lstStyle/>
          <a:p>
            <a:r>
              <a:rPr lang="en-GB" dirty="0"/>
              <a:t>In much the same way as lists can contain any valid variable type</a:t>
            </a:r>
          </a:p>
          <a:p>
            <a:r>
              <a:rPr lang="en-GB" dirty="0"/>
              <a:t>Dictionaries can use almost any valid variable type as either a key or a value</a:t>
            </a:r>
          </a:p>
          <a:p>
            <a:r>
              <a:rPr lang="en-GB" dirty="0"/>
              <a:t>So you could have a dictionary that matched up lists received from another class with equivalent lists, in order to populate a user interface – for example</a:t>
            </a:r>
          </a:p>
          <a:p>
            <a:r>
              <a:rPr lang="en-GB" dirty="0"/>
              <a:t>Or you could use a dictionary as a cache, by turning your function arguments into a key, and the outputs of the function as a value – then checking whether the particular combination of arguments is already in the dictionary every time the function is called, and returning cached values if so</a:t>
            </a:r>
          </a:p>
          <a:p>
            <a:r>
              <a:rPr lang="en-GB" dirty="0"/>
              <a:t>Hopefully it is clear that these can be very useful</a:t>
            </a:r>
          </a:p>
        </p:txBody>
      </p:sp>
    </p:spTree>
    <p:extLst>
      <p:ext uri="{BB962C8B-B14F-4D97-AF65-F5344CB8AC3E}">
        <p14:creationId xmlns:p14="http://schemas.microsoft.com/office/powerpoint/2010/main" val="1264170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9D391-26C0-45A8-A15D-62D2CAE9B60B}"/>
              </a:ext>
            </a:extLst>
          </p:cNvPr>
          <p:cNvSpPr>
            <a:spLocks noGrp="1"/>
          </p:cNvSpPr>
          <p:nvPr>
            <p:ph type="title"/>
          </p:nvPr>
        </p:nvSpPr>
        <p:spPr/>
        <p:txBody>
          <a:bodyPr/>
          <a:lstStyle/>
          <a:p>
            <a:r>
              <a:rPr lang="en-GB" dirty="0"/>
              <a:t>A word on performance</a:t>
            </a:r>
          </a:p>
        </p:txBody>
      </p:sp>
      <p:sp>
        <p:nvSpPr>
          <p:cNvPr id="3" name="Content Placeholder 2">
            <a:extLst>
              <a:ext uri="{FF2B5EF4-FFF2-40B4-BE49-F238E27FC236}">
                <a16:creationId xmlns:a16="http://schemas.microsoft.com/office/drawing/2014/main" id="{2A62A51E-F93E-4D49-B81F-BBE3BFD98BDF}"/>
              </a:ext>
            </a:extLst>
          </p:cNvPr>
          <p:cNvSpPr>
            <a:spLocks noGrp="1"/>
          </p:cNvSpPr>
          <p:nvPr>
            <p:ph idx="1"/>
          </p:nvPr>
        </p:nvSpPr>
        <p:spPr/>
        <p:txBody>
          <a:bodyPr>
            <a:normAutofit fontScale="70000" lnSpcReduction="20000"/>
          </a:bodyPr>
          <a:lstStyle/>
          <a:p>
            <a:r>
              <a:rPr lang="en-GB" dirty="0"/>
              <a:t>Different collection types perform differently – and it depends on the underlying implementation, so their performances may very from Python version to Python version, or programming language to programming language</a:t>
            </a:r>
          </a:p>
          <a:p>
            <a:r>
              <a:rPr lang="en-GB" dirty="0"/>
              <a:t>Generally speaking, lists are slow, but very flexible (they are O(n) which means that the more items are in the list, the longer an operation on the list will take on average</a:t>
            </a:r>
          </a:p>
          <a:p>
            <a:r>
              <a:rPr lang="en-GB" dirty="0"/>
              <a:t>Dictionaries are less flexible in some ways (no ordering, slow at iterating through) but very fast at inserting, deleting, and finding particular items (they are O(1) at these – i.e. no matter how many elements the dictionary has, the speed to do these things remains the same)</a:t>
            </a:r>
          </a:p>
          <a:p>
            <a:r>
              <a:rPr lang="en-GB" dirty="0"/>
              <a:t>Therefore, there are particular things dictionaries are very useful for, and particular things lists are better for. Choosing the right data structures for your algorithm could easily be the difference between days of runtime vs minutes or even seconds – when dealing with very large datasets.</a:t>
            </a:r>
          </a:p>
          <a:p>
            <a:r>
              <a:rPr lang="en-GB" dirty="0"/>
              <a:t>More information on python performance can be found </a:t>
            </a:r>
            <a:r>
              <a:rPr lang="en-GB" dirty="0">
                <a:hlinkClick r:id="rId2"/>
              </a:rPr>
              <a:t>here</a:t>
            </a:r>
            <a:endParaRPr lang="en-GB"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1982BAAA-553B-431B-9E77-1ED7561B9D58}"/>
                  </a:ext>
                </a:extLst>
              </p14:cNvPr>
              <p14:cNvContentPartPr/>
              <p14:nvPr/>
            </p14:nvContentPartPr>
            <p14:xfrm>
              <a:off x="6084360" y="2287800"/>
              <a:ext cx="661680" cy="772200"/>
            </p14:xfrm>
          </p:contentPart>
        </mc:Choice>
        <mc:Fallback xmlns="">
          <p:pic>
            <p:nvPicPr>
              <p:cNvPr id="4" name="Ink 3">
                <a:extLst>
                  <a:ext uri="{FF2B5EF4-FFF2-40B4-BE49-F238E27FC236}">
                    <a16:creationId xmlns:a16="http://schemas.microsoft.com/office/drawing/2014/main" id="{1982BAAA-553B-431B-9E77-1ED7561B9D58}"/>
                  </a:ext>
                </a:extLst>
              </p:cNvPr>
              <p:cNvPicPr/>
              <p:nvPr/>
            </p:nvPicPr>
            <p:blipFill>
              <a:blip r:embed="rId4"/>
              <a:stretch>
                <a:fillRect/>
              </a:stretch>
            </p:blipFill>
            <p:spPr>
              <a:xfrm>
                <a:off x="6075000" y="2278440"/>
                <a:ext cx="680400" cy="790920"/>
              </a:xfrm>
              <a:prstGeom prst="rect">
                <a:avLst/>
              </a:prstGeom>
            </p:spPr>
          </p:pic>
        </mc:Fallback>
      </mc:AlternateContent>
    </p:spTree>
    <p:extLst>
      <p:ext uri="{BB962C8B-B14F-4D97-AF65-F5344CB8AC3E}">
        <p14:creationId xmlns:p14="http://schemas.microsoft.com/office/powerpoint/2010/main" val="350821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Other collections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normAutofit/>
          </a:bodyPr>
          <a:lstStyle/>
          <a:p>
            <a:r>
              <a:rPr lang="en-GB" dirty="0"/>
              <a:t>We also mentioned Tuples, and Sets, this morning</a:t>
            </a:r>
          </a:p>
          <a:p>
            <a:r>
              <a:rPr lang="en-GB" dirty="0"/>
              <a:t>A python Tuple is a collection of objects which are</a:t>
            </a:r>
            <a:r>
              <a:rPr lang="en-GB" i="1" dirty="0"/>
              <a:t> ordered</a:t>
            </a:r>
            <a:r>
              <a:rPr lang="en-GB" dirty="0"/>
              <a:t> and </a:t>
            </a:r>
            <a:r>
              <a:rPr lang="en-GB" i="1" dirty="0"/>
              <a:t>immutable</a:t>
            </a:r>
          </a:p>
          <a:p>
            <a:r>
              <a:rPr lang="en-GB" dirty="0"/>
              <a:t>They are defined as a comma separated list, or a comma separated list within ordinary brackets (parenthesis)</a:t>
            </a:r>
          </a:p>
        </p:txBody>
      </p:sp>
      <p:sp>
        <p:nvSpPr>
          <p:cNvPr id="3" name="Cloud 2">
            <a:extLst>
              <a:ext uri="{FF2B5EF4-FFF2-40B4-BE49-F238E27FC236}">
                <a16:creationId xmlns:a16="http://schemas.microsoft.com/office/drawing/2014/main" id="{2697CF85-B357-4C70-8B91-213FDEE3123A}"/>
              </a:ext>
            </a:extLst>
          </p:cNvPr>
          <p:cNvSpPr/>
          <p:nvPr/>
        </p:nvSpPr>
        <p:spPr>
          <a:xfrm>
            <a:off x="7539899" y="4060619"/>
            <a:ext cx="2540726" cy="14166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Immutable = Cannot be changed once created</a:t>
            </a:r>
          </a:p>
        </p:txBody>
      </p:sp>
      <p:pic>
        <p:nvPicPr>
          <p:cNvPr id="5" name="Picture 4">
            <a:extLst>
              <a:ext uri="{FF2B5EF4-FFF2-40B4-BE49-F238E27FC236}">
                <a16:creationId xmlns:a16="http://schemas.microsoft.com/office/drawing/2014/main" id="{C50EA25B-C138-409D-87AB-FC0428412BE3}"/>
              </a:ext>
            </a:extLst>
          </p:cNvPr>
          <p:cNvPicPr>
            <a:picLocks noChangeAspect="1"/>
          </p:cNvPicPr>
          <p:nvPr/>
        </p:nvPicPr>
        <p:blipFill>
          <a:blip r:embed="rId2"/>
          <a:stretch>
            <a:fillRect/>
          </a:stretch>
        </p:blipFill>
        <p:spPr>
          <a:xfrm>
            <a:off x="836023" y="3493158"/>
            <a:ext cx="2345254" cy="1701584"/>
          </a:xfrm>
          <a:prstGeom prst="rect">
            <a:avLst/>
          </a:prstGeom>
        </p:spPr>
      </p:pic>
      <p:pic>
        <p:nvPicPr>
          <p:cNvPr id="8" name="Picture 7">
            <a:extLst>
              <a:ext uri="{FF2B5EF4-FFF2-40B4-BE49-F238E27FC236}">
                <a16:creationId xmlns:a16="http://schemas.microsoft.com/office/drawing/2014/main" id="{D63547D5-ADB8-4A07-BA9E-05187AEF5AC6}"/>
              </a:ext>
            </a:extLst>
          </p:cNvPr>
          <p:cNvPicPr>
            <a:picLocks noChangeAspect="1"/>
          </p:cNvPicPr>
          <p:nvPr/>
        </p:nvPicPr>
        <p:blipFill>
          <a:blip r:embed="rId3"/>
          <a:stretch>
            <a:fillRect/>
          </a:stretch>
        </p:blipFill>
        <p:spPr>
          <a:xfrm>
            <a:off x="3359727" y="4579239"/>
            <a:ext cx="1467055" cy="46679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83C22BD5-3CB1-4194-BB18-4C9424138CAF}"/>
                  </a:ext>
                </a:extLst>
              </p14:cNvPr>
              <p14:cNvContentPartPr/>
              <p14:nvPr/>
            </p14:nvContentPartPr>
            <p14:xfrm>
              <a:off x="492120" y="2189520"/>
              <a:ext cx="7829280" cy="2843280"/>
            </p14:xfrm>
          </p:contentPart>
        </mc:Choice>
        <mc:Fallback xmlns="">
          <p:pic>
            <p:nvPicPr>
              <p:cNvPr id="4" name="Ink 3">
                <a:extLst>
                  <a:ext uri="{FF2B5EF4-FFF2-40B4-BE49-F238E27FC236}">
                    <a16:creationId xmlns:a16="http://schemas.microsoft.com/office/drawing/2014/main" id="{83C22BD5-3CB1-4194-BB18-4C9424138CAF}"/>
                  </a:ext>
                </a:extLst>
              </p:cNvPr>
              <p:cNvPicPr/>
              <p:nvPr/>
            </p:nvPicPr>
            <p:blipFill>
              <a:blip r:embed="rId5"/>
              <a:stretch>
                <a:fillRect/>
              </a:stretch>
            </p:blipFill>
            <p:spPr>
              <a:xfrm>
                <a:off x="482760" y="2180160"/>
                <a:ext cx="7848000" cy="2862000"/>
              </a:xfrm>
              <a:prstGeom prst="rect">
                <a:avLst/>
              </a:prstGeom>
            </p:spPr>
          </p:pic>
        </mc:Fallback>
      </mc:AlternateContent>
    </p:spTree>
    <p:extLst>
      <p:ext uri="{BB962C8B-B14F-4D97-AF65-F5344CB8AC3E}">
        <p14:creationId xmlns:p14="http://schemas.microsoft.com/office/powerpoint/2010/main" val="3997813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Other collections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normAutofit/>
          </a:bodyPr>
          <a:lstStyle/>
          <a:p>
            <a:r>
              <a:rPr lang="en-GB" dirty="0"/>
              <a:t>Most of the same functionality exists in tuples as in lists, with the exception of the functionality for changing the collection</a:t>
            </a:r>
          </a:p>
          <a:p>
            <a:r>
              <a:rPr lang="en-GB" dirty="0"/>
              <a:t>You may ask why not just use a list – tuples are more memory efficient, and are more often used implicitly, than explicitly</a:t>
            </a:r>
          </a:p>
          <a:p>
            <a:r>
              <a:rPr lang="en-GB" dirty="0"/>
              <a:t>By which I mean, rather than programmers really using tuples, the python language uses them to make python syntax work</a:t>
            </a:r>
          </a:p>
        </p:txBody>
      </p:sp>
    </p:spTree>
    <p:extLst>
      <p:ext uri="{BB962C8B-B14F-4D97-AF65-F5344CB8AC3E}">
        <p14:creationId xmlns:p14="http://schemas.microsoft.com/office/powerpoint/2010/main" val="3044370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Other collections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normAutofit/>
          </a:bodyPr>
          <a:lstStyle/>
          <a:p>
            <a:r>
              <a:rPr lang="en-GB" dirty="0"/>
              <a:t>So for example, in a lot of languages, returning multiple values from a function is impossible – in python you just return a comma separated list… which is you guessed it, actually a tuple being returned</a:t>
            </a:r>
          </a:p>
          <a:p>
            <a:r>
              <a:rPr lang="en-GB" dirty="0"/>
              <a:t>Or in a lot of languages, swapping the value of two variables without a third variable is surprisingly tricky – in python it’s easy – because python interprets this using tuples</a:t>
            </a:r>
          </a:p>
        </p:txBody>
      </p:sp>
      <p:pic>
        <p:nvPicPr>
          <p:cNvPr id="4" name="Picture 3">
            <a:extLst>
              <a:ext uri="{FF2B5EF4-FFF2-40B4-BE49-F238E27FC236}">
                <a16:creationId xmlns:a16="http://schemas.microsoft.com/office/drawing/2014/main" id="{0A72B76C-38F8-41E6-B878-11783C6B868F}"/>
              </a:ext>
            </a:extLst>
          </p:cNvPr>
          <p:cNvPicPr>
            <a:picLocks noChangeAspect="1"/>
          </p:cNvPicPr>
          <p:nvPr/>
        </p:nvPicPr>
        <p:blipFill>
          <a:blip r:embed="rId2"/>
          <a:stretch>
            <a:fillRect/>
          </a:stretch>
        </p:blipFill>
        <p:spPr>
          <a:xfrm>
            <a:off x="429761" y="4152812"/>
            <a:ext cx="2572109" cy="924054"/>
          </a:xfrm>
          <a:prstGeom prst="rect">
            <a:avLst/>
          </a:prstGeom>
        </p:spPr>
      </p:pic>
      <p:pic>
        <p:nvPicPr>
          <p:cNvPr id="6" name="Picture 5">
            <a:extLst>
              <a:ext uri="{FF2B5EF4-FFF2-40B4-BE49-F238E27FC236}">
                <a16:creationId xmlns:a16="http://schemas.microsoft.com/office/drawing/2014/main" id="{0075B323-808B-4BE9-A453-880E7AA2A3BA}"/>
              </a:ext>
            </a:extLst>
          </p:cNvPr>
          <p:cNvPicPr>
            <a:picLocks noChangeAspect="1"/>
          </p:cNvPicPr>
          <p:nvPr/>
        </p:nvPicPr>
        <p:blipFill>
          <a:blip r:embed="rId3"/>
          <a:stretch>
            <a:fillRect/>
          </a:stretch>
        </p:blipFill>
        <p:spPr>
          <a:xfrm>
            <a:off x="3064077" y="4838708"/>
            <a:ext cx="1000265" cy="238158"/>
          </a:xfrm>
          <a:prstGeom prst="rect">
            <a:avLst/>
          </a:prstGeom>
        </p:spPr>
      </p:pic>
      <p:pic>
        <p:nvPicPr>
          <p:cNvPr id="13" name="Picture 12">
            <a:extLst>
              <a:ext uri="{FF2B5EF4-FFF2-40B4-BE49-F238E27FC236}">
                <a16:creationId xmlns:a16="http://schemas.microsoft.com/office/drawing/2014/main" id="{A334B86E-0767-4569-B7FB-A74904984B04}"/>
              </a:ext>
            </a:extLst>
          </p:cNvPr>
          <p:cNvPicPr>
            <a:picLocks noChangeAspect="1"/>
          </p:cNvPicPr>
          <p:nvPr/>
        </p:nvPicPr>
        <p:blipFill>
          <a:blip r:embed="rId4"/>
          <a:stretch>
            <a:fillRect/>
          </a:stretch>
        </p:blipFill>
        <p:spPr>
          <a:xfrm>
            <a:off x="6479177" y="3658983"/>
            <a:ext cx="982329" cy="1736872"/>
          </a:xfrm>
          <a:prstGeom prst="rect">
            <a:avLst/>
          </a:prstGeom>
        </p:spPr>
      </p:pic>
      <p:pic>
        <p:nvPicPr>
          <p:cNvPr id="15" name="Picture 14">
            <a:extLst>
              <a:ext uri="{FF2B5EF4-FFF2-40B4-BE49-F238E27FC236}">
                <a16:creationId xmlns:a16="http://schemas.microsoft.com/office/drawing/2014/main" id="{0E9950F1-5CD6-4B15-BF29-B732F49ACFFF}"/>
              </a:ext>
            </a:extLst>
          </p:cNvPr>
          <p:cNvPicPr>
            <a:picLocks noChangeAspect="1"/>
          </p:cNvPicPr>
          <p:nvPr/>
        </p:nvPicPr>
        <p:blipFill>
          <a:blip r:embed="rId5"/>
          <a:stretch>
            <a:fillRect/>
          </a:stretch>
        </p:blipFill>
        <p:spPr>
          <a:xfrm>
            <a:off x="7715554" y="4377583"/>
            <a:ext cx="304843" cy="819264"/>
          </a:xfrm>
          <a:prstGeom prst="rect">
            <a:avLst/>
          </a:prstGeom>
        </p:spPr>
      </p:pic>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9583C484-C317-422E-8852-99533AEBAA76}"/>
                  </a:ext>
                </a:extLst>
              </p14:cNvPr>
              <p14:cNvContentPartPr/>
              <p14:nvPr/>
            </p14:nvContentPartPr>
            <p14:xfrm>
              <a:off x="6292800" y="3363120"/>
              <a:ext cx="1969560" cy="1989000"/>
            </p14:xfrm>
          </p:contentPart>
        </mc:Choice>
        <mc:Fallback xmlns="">
          <p:pic>
            <p:nvPicPr>
              <p:cNvPr id="3" name="Ink 2">
                <a:extLst>
                  <a:ext uri="{FF2B5EF4-FFF2-40B4-BE49-F238E27FC236}">
                    <a16:creationId xmlns:a16="http://schemas.microsoft.com/office/drawing/2014/main" id="{9583C484-C317-422E-8852-99533AEBAA76}"/>
                  </a:ext>
                </a:extLst>
              </p:cNvPr>
              <p:cNvPicPr/>
              <p:nvPr/>
            </p:nvPicPr>
            <p:blipFill>
              <a:blip r:embed="rId7"/>
              <a:stretch>
                <a:fillRect/>
              </a:stretch>
            </p:blipFill>
            <p:spPr>
              <a:xfrm>
                <a:off x="6283440" y="3353760"/>
                <a:ext cx="1988280" cy="2007720"/>
              </a:xfrm>
              <a:prstGeom prst="rect">
                <a:avLst/>
              </a:prstGeom>
            </p:spPr>
          </p:pic>
        </mc:Fallback>
      </mc:AlternateContent>
    </p:spTree>
    <p:extLst>
      <p:ext uri="{BB962C8B-B14F-4D97-AF65-F5344CB8AC3E}">
        <p14:creationId xmlns:p14="http://schemas.microsoft.com/office/powerpoint/2010/main" val="3661023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Other collections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normAutofit/>
          </a:bodyPr>
          <a:lstStyle/>
          <a:p>
            <a:r>
              <a:rPr lang="en-GB" dirty="0"/>
              <a:t>You may at some point have heard of sets, and set theory – these are statistical concepts – but they also are used in Python! Set theory is where we get </a:t>
            </a:r>
            <a:r>
              <a:rPr lang="en-GB" dirty="0" err="1"/>
              <a:t>venn</a:t>
            </a:r>
            <a:r>
              <a:rPr lang="en-GB" dirty="0"/>
              <a:t> diagrams from:</a:t>
            </a:r>
          </a:p>
          <a:p>
            <a:endParaRPr lang="en-GB" dirty="0"/>
          </a:p>
          <a:p>
            <a:endParaRPr lang="en-GB" dirty="0"/>
          </a:p>
        </p:txBody>
      </p:sp>
      <p:pic>
        <p:nvPicPr>
          <p:cNvPr id="5" name="Picture 4">
            <a:extLst>
              <a:ext uri="{FF2B5EF4-FFF2-40B4-BE49-F238E27FC236}">
                <a16:creationId xmlns:a16="http://schemas.microsoft.com/office/drawing/2014/main" id="{B02D6C6A-9A8D-4910-9034-0C379FF94B0F}"/>
              </a:ext>
            </a:extLst>
          </p:cNvPr>
          <p:cNvPicPr>
            <a:picLocks noChangeAspect="1"/>
          </p:cNvPicPr>
          <p:nvPr/>
        </p:nvPicPr>
        <p:blipFill>
          <a:blip r:embed="rId2"/>
          <a:stretch>
            <a:fillRect/>
          </a:stretch>
        </p:blipFill>
        <p:spPr>
          <a:xfrm>
            <a:off x="3303238" y="2575339"/>
            <a:ext cx="3696216" cy="2505425"/>
          </a:xfrm>
          <a:prstGeom prst="rect">
            <a:avLst/>
          </a:prstGeom>
        </p:spPr>
      </p:pic>
    </p:spTree>
    <p:extLst>
      <p:ext uri="{BB962C8B-B14F-4D97-AF65-F5344CB8AC3E}">
        <p14:creationId xmlns:p14="http://schemas.microsoft.com/office/powerpoint/2010/main" val="1555396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Other collections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normAutofit/>
          </a:bodyPr>
          <a:lstStyle/>
          <a:p>
            <a:r>
              <a:rPr lang="en-GB" dirty="0"/>
              <a:t>In Python, a set is an </a:t>
            </a:r>
            <a:r>
              <a:rPr lang="en-GB" i="1" dirty="0"/>
              <a:t>unordered</a:t>
            </a:r>
            <a:r>
              <a:rPr lang="en-GB" dirty="0"/>
              <a:t>, collection with </a:t>
            </a:r>
            <a:r>
              <a:rPr lang="en-GB" i="1" dirty="0"/>
              <a:t>unique</a:t>
            </a:r>
            <a:r>
              <a:rPr lang="en-GB" dirty="0"/>
              <a:t> elements – i.e. elements of a set are not allowed to be duplicated</a:t>
            </a:r>
          </a:p>
          <a:p>
            <a:r>
              <a:rPr lang="en-GB" dirty="0"/>
              <a:t>The set itself can be modified – but items stored within the set </a:t>
            </a:r>
            <a:r>
              <a:rPr lang="en-GB" b="1" dirty="0"/>
              <a:t>must </a:t>
            </a:r>
            <a:r>
              <a:rPr lang="en-GB" dirty="0"/>
              <a:t>be immutable</a:t>
            </a:r>
          </a:p>
          <a:p>
            <a:r>
              <a:rPr lang="en-GB" dirty="0"/>
              <a:t>Sets can be created with the “set” function, to which an </a:t>
            </a:r>
            <a:r>
              <a:rPr lang="en-GB" i="1" dirty="0"/>
              <a:t>iterable</a:t>
            </a:r>
            <a:r>
              <a:rPr lang="en-GB" dirty="0"/>
              <a:t> must be passed</a:t>
            </a:r>
          </a:p>
          <a:p>
            <a:endParaRPr lang="en-GB" dirty="0"/>
          </a:p>
        </p:txBody>
      </p:sp>
      <p:sp>
        <p:nvSpPr>
          <p:cNvPr id="3" name="Cloud 2">
            <a:extLst>
              <a:ext uri="{FF2B5EF4-FFF2-40B4-BE49-F238E27FC236}">
                <a16:creationId xmlns:a16="http://schemas.microsoft.com/office/drawing/2014/main" id="{A1307A51-AAD1-44BF-A3EC-10E48DCA9808}"/>
              </a:ext>
            </a:extLst>
          </p:cNvPr>
          <p:cNvSpPr/>
          <p:nvPr/>
        </p:nvSpPr>
        <p:spPr>
          <a:xfrm>
            <a:off x="7249887" y="3766388"/>
            <a:ext cx="2423160" cy="1696901"/>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 </a:t>
            </a:r>
            <a:r>
              <a:rPr lang="en-GB" i="1" dirty="0"/>
              <a:t>iterable</a:t>
            </a:r>
            <a:r>
              <a:rPr lang="en-GB" dirty="0"/>
              <a:t> is a collection which can be iterated over</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633BBCB-ED81-417E-80F8-C78863EBF70D}"/>
                  </a:ext>
                </a:extLst>
              </p14:cNvPr>
              <p14:cNvContentPartPr/>
              <p14:nvPr/>
            </p14:nvContentPartPr>
            <p14:xfrm>
              <a:off x="7982280" y="3110760"/>
              <a:ext cx="1099080" cy="358920"/>
            </p14:xfrm>
          </p:contentPart>
        </mc:Choice>
        <mc:Fallback xmlns="">
          <p:pic>
            <p:nvPicPr>
              <p:cNvPr id="4" name="Ink 3">
                <a:extLst>
                  <a:ext uri="{FF2B5EF4-FFF2-40B4-BE49-F238E27FC236}">
                    <a16:creationId xmlns:a16="http://schemas.microsoft.com/office/drawing/2014/main" id="{E633BBCB-ED81-417E-80F8-C78863EBF70D}"/>
                  </a:ext>
                </a:extLst>
              </p:cNvPr>
              <p:cNvPicPr/>
              <p:nvPr/>
            </p:nvPicPr>
            <p:blipFill>
              <a:blip r:embed="rId3"/>
              <a:stretch>
                <a:fillRect/>
              </a:stretch>
            </p:blipFill>
            <p:spPr>
              <a:xfrm>
                <a:off x="7972920" y="3101400"/>
                <a:ext cx="1117800" cy="377640"/>
              </a:xfrm>
              <a:prstGeom prst="rect">
                <a:avLst/>
              </a:prstGeom>
            </p:spPr>
          </p:pic>
        </mc:Fallback>
      </mc:AlternateContent>
    </p:spTree>
    <p:extLst>
      <p:ext uri="{BB962C8B-B14F-4D97-AF65-F5344CB8AC3E}">
        <p14:creationId xmlns:p14="http://schemas.microsoft.com/office/powerpoint/2010/main" val="1567451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Other collections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normAutofit/>
          </a:bodyPr>
          <a:lstStyle/>
          <a:p>
            <a:r>
              <a:rPr lang="en-GB" dirty="0"/>
              <a:t>If we pass in multiple identical elements in our tuple – our set will simply strip out duplicates and only store the unique items</a:t>
            </a:r>
          </a:p>
        </p:txBody>
      </p:sp>
      <p:pic>
        <p:nvPicPr>
          <p:cNvPr id="10" name="Picture 9">
            <a:extLst>
              <a:ext uri="{FF2B5EF4-FFF2-40B4-BE49-F238E27FC236}">
                <a16:creationId xmlns:a16="http://schemas.microsoft.com/office/drawing/2014/main" id="{04060092-18B3-449A-A016-B0E1A039E808}"/>
              </a:ext>
            </a:extLst>
          </p:cNvPr>
          <p:cNvPicPr>
            <a:picLocks noChangeAspect="1"/>
          </p:cNvPicPr>
          <p:nvPr/>
        </p:nvPicPr>
        <p:blipFill>
          <a:blip r:embed="rId2"/>
          <a:stretch>
            <a:fillRect/>
          </a:stretch>
        </p:blipFill>
        <p:spPr>
          <a:xfrm>
            <a:off x="1177322" y="3076093"/>
            <a:ext cx="4734586" cy="1876687"/>
          </a:xfrm>
          <a:prstGeom prst="rect">
            <a:avLst/>
          </a:prstGeom>
        </p:spPr>
      </p:pic>
      <p:pic>
        <p:nvPicPr>
          <p:cNvPr id="12" name="Picture 11">
            <a:extLst>
              <a:ext uri="{FF2B5EF4-FFF2-40B4-BE49-F238E27FC236}">
                <a16:creationId xmlns:a16="http://schemas.microsoft.com/office/drawing/2014/main" id="{C1DE9970-727D-4BFD-B8DA-273F6972A1EE}"/>
              </a:ext>
            </a:extLst>
          </p:cNvPr>
          <p:cNvPicPr>
            <a:picLocks noChangeAspect="1"/>
          </p:cNvPicPr>
          <p:nvPr/>
        </p:nvPicPr>
        <p:blipFill>
          <a:blip r:embed="rId3"/>
          <a:stretch>
            <a:fillRect/>
          </a:stretch>
        </p:blipFill>
        <p:spPr>
          <a:xfrm>
            <a:off x="6984384" y="4014436"/>
            <a:ext cx="1676634" cy="476316"/>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CB1DA2E3-3A08-4BB6-B908-D3EF99F3C28C}"/>
                  </a:ext>
                </a:extLst>
              </p14:cNvPr>
              <p14:cNvContentPartPr/>
              <p14:nvPr/>
            </p14:nvContentPartPr>
            <p14:xfrm>
              <a:off x="1165680" y="3244680"/>
              <a:ext cx="7470720" cy="1240920"/>
            </p14:xfrm>
          </p:contentPart>
        </mc:Choice>
        <mc:Fallback xmlns="">
          <p:pic>
            <p:nvPicPr>
              <p:cNvPr id="3" name="Ink 2">
                <a:extLst>
                  <a:ext uri="{FF2B5EF4-FFF2-40B4-BE49-F238E27FC236}">
                    <a16:creationId xmlns:a16="http://schemas.microsoft.com/office/drawing/2014/main" id="{CB1DA2E3-3A08-4BB6-B908-D3EF99F3C28C}"/>
                  </a:ext>
                </a:extLst>
              </p:cNvPr>
              <p:cNvPicPr/>
              <p:nvPr/>
            </p:nvPicPr>
            <p:blipFill>
              <a:blip r:embed="rId5"/>
              <a:stretch>
                <a:fillRect/>
              </a:stretch>
            </p:blipFill>
            <p:spPr>
              <a:xfrm>
                <a:off x="1156320" y="3235320"/>
                <a:ext cx="7489440" cy="1259640"/>
              </a:xfrm>
              <a:prstGeom prst="rect">
                <a:avLst/>
              </a:prstGeom>
            </p:spPr>
          </p:pic>
        </mc:Fallback>
      </mc:AlternateContent>
    </p:spTree>
    <p:extLst>
      <p:ext uri="{BB962C8B-B14F-4D97-AF65-F5344CB8AC3E}">
        <p14:creationId xmlns:p14="http://schemas.microsoft.com/office/powerpoint/2010/main" val="3469977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32AA-57C3-4216-8678-2A8771B66FD0}"/>
              </a:ext>
            </a:extLst>
          </p:cNvPr>
          <p:cNvSpPr>
            <a:spLocks noGrp="1"/>
          </p:cNvSpPr>
          <p:nvPr>
            <p:ph type="title"/>
          </p:nvPr>
        </p:nvSpPr>
        <p:spPr/>
        <p:txBody>
          <a:bodyPr/>
          <a:lstStyle/>
          <a:p>
            <a:r>
              <a:rPr lang="en-GB" dirty="0"/>
              <a:t>Other collections in Python</a:t>
            </a:r>
          </a:p>
        </p:txBody>
      </p:sp>
      <p:sp>
        <p:nvSpPr>
          <p:cNvPr id="7" name="Content Placeholder 6">
            <a:extLst>
              <a:ext uri="{FF2B5EF4-FFF2-40B4-BE49-F238E27FC236}">
                <a16:creationId xmlns:a16="http://schemas.microsoft.com/office/drawing/2014/main" id="{CE50DD58-04F5-4A51-BEDE-94D1BA96B72F}"/>
              </a:ext>
            </a:extLst>
          </p:cNvPr>
          <p:cNvSpPr>
            <a:spLocks noGrp="1"/>
          </p:cNvSpPr>
          <p:nvPr>
            <p:ph idx="1"/>
          </p:nvPr>
        </p:nvSpPr>
        <p:spPr/>
        <p:txBody>
          <a:bodyPr>
            <a:normAutofit/>
          </a:bodyPr>
          <a:lstStyle/>
          <a:p>
            <a:r>
              <a:rPr lang="en-GB" dirty="0"/>
              <a:t>You can also declare sets with curly brackets – similarly to dictionaries. But rather than including key, value pairs separated by a colon, you supply an iterable of immutable values</a:t>
            </a:r>
          </a:p>
          <a:p>
            <a:endParaRPr lang="en-GB" dirty="0"/>
          </a:p>
        </p:txBody>
      </p:sp>
      <p:pic>
        <p:nvPicPr>
          <p:cNvPr id="4" name="Picture 3">
            <a:extLst>
              <a:ext uri="{FF2B5EF4-FFF2-40B4-BE49-F238E27FC236}">
                <a16:creationId xmlns:a16="http://schemas.microsoft.com/office/drawing/2014/main" id="{FE070C1B-4C06-4A07-B134-9229188AC4D2}"/>
              </a:ext>
            </a:extLst>
          </p:cNvPr>
          <p:cNvPicPr>
            <a:picLocks noChangeAspect="1"/>
          </p:cNvPicPr>
          <p:nvPr/>
        </p:nvPicPr>
        <p:blipFill>
          <a:blip r:embed="rId2"/>
          <a:stretch>
            <a:fillRect/>
          </a:stretch>
        </p:blipFill>
        <p:spPr>
          <a:xfrm>
            <a:off x="861169" y="3038370"/>
            <a:ext cx="3629532" cy="847843"/>
          </a:xfrm>
          <a:prstGeom prst="rect">
            <a:avLst/>
          </a:prstGeom>
        </p:spPr>
      </p:pic>
      <p:pic>
        <p:nvPicPr>
          <p:cNvPr id="6" name="Picture 5">
            <a:extLst>
              <a:ext uri="{FF2B5EF4-FFF2-40B4-BE49-F238E27FC236}">
                <a16:creationId xmlns:a16="http://schemas.microsoft.com/office/drawing/2014/main" id="{AE5ED662-D560-4559-A6C2-8DF8AAB27A35}"/>
              </a:ext>
            </a:extLst>
          </p:cNvPr>
          <p:cNvPicPr>
            <a:picLocks noChangeAspect="1"/>
          </p:cNvPicPr>
          <p:nvPr/>
        </p:nvPicPr>
        <p:blipFill>
          <a:blip r:embed="rId3"/>
          <a:stretch>
            <a:fillRect/>
          </a:stretch>
        </p:blipFill>
        <p:spPr>
          <a:xfrm>
            <a:off x="4648952" y="3045536"/>
            <a:ext cx="2219635" cy="219106"/>
          </a:xfrm>
          <a:prstGeom prst="rect">
            <a:avLst/>
          </a:prstGeom>
        </p:spPr>
      </p:pic>
      <p:sp>
        <p:nvSpPr>
          <p:cNvPr id="8" name="Cloud 7">
            <a:extLst>
              <a:ext uri="{FF2B5EF4-FFF2-40B4-BE49-F238E27FC236}">
                <a16:creationId xmlns:a16="http://schemas.microsoft.com/office/drawing/2014/main" id="{E016A904-EBA7-4DD6-B62C-1F28ACBA8E79}"/>
              </a:ext>
            </a:extLst>
          </p:cNvPr>
          <p:cNvSpPr/>
          <p:nvPr/>
        </p:nvSpPr>
        <p:spPr>
          <a:xfrm>
            <a:off x="4732527" y="3376749"/>
            <a:ext cx="4272119" cy="1800293"/>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Note how as a result of being </a:t>
            </a:r>
            <a:r>
              <a:rPr lang="en-GB" i="1" dirty="0"/>
              <a:t>unordered</a:t>
            </a:r>
            <a:r>
              <a:rPr lang="en-GB" dirty="0"/>
              <a:t> in the set – the order of the values has changed when output</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1CE006F-EA12-4D08-98C3-B659BFE577A3}"/>
                  </a:ext>
                </a:extLst>
              </p14:cNvPr>
              <p14:cNvContentPartPr/>
              <p14:nvPr/>
            </p14:nvContentPartPr>
            <p14:xfrm>
              <a:off x="2008440" y="3252600"/>
              <a:ext cx="2197800" cy="32040"/>
            </p14:xfrm>
          </p:contentPart>
        </mc:Choice>
        <mc:Fallback xmlns="">
          <p:pic>
            <p:nvPicPr>
              <p:cNvPr id="3" name="Ink 2">
                <a:extLst>
                  <a:ext uri="{FF2B5EF4-FFF2-40B4-BE49-F238E27FC236}">
                    <a16:creationId xmlns:a16="http://schemas.microsoft.com/office/drawing/2014/main" id="{91CE006F-EA12-4D08-98C3-B659BFE577A3}"/>
                  </a:ext>
                </a:extLst>
              </p:cNvPr>
              <p:cNvPicPr/>
              <p:nvPr/>
            </p:nvPicPr>
            <p:blipFill>
              <a:blip r:embed="rId5"/>
              <a:stretch>
                <a:fillRect/>
              </a:stretch>
            </p:blipFill>
            <p:spPr>
              <a:xfrm>
                <a:off x="1999080" y="3243240"/>
                <a:ext cx="2216520" cy="50760"/>
              </a:xfrm>
              <a:prstGeom prst="rect">
                <a:avLst/>
              </a:prstGeom>
            </p:spPr>
          </p:pic>
        </mc:Fallback>
      </mc:AlternateContent>
    </p:spTree>
    <p:extLst>
      <p:ext uri="{BB962C8B-B14F-4D97-AF65-F5344CB8AC3E}">
        <p14:creationId xmlns:p14="http://schemas.microsoft.com/office/powerpoint/2010/main" val="2103183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720E-96D6-44F8-973B-31544986C3A5}"/>
              </a:ext>
            </a:extLst>
          </p:cNvPr>
          <p:cNvSpPr>
            <a:spLocks noGrp="1"/>
          </p:cNvSpPr>
          <p:nvPr>
            <p:ph type="title"/>
          </p:nvPr>
        </p:nvSpPr>
        <p:spPr/>
        <p:txBody>
          <a:bodyPr/>
          <a:lstStyle/>
          <a:p>
            <a:r>
              <a:rPr lang="en-GB" dirty="0"/>
              <a:t>Other collections in Python</a:t>
            </a:r>
          </a:p>
        </p:txBody>
      </p:sp>
      <p:sp>
        <p:nvSpPr>
          <p:cNvPr id="3" name="Content Placeholder 2">
            <a:extLst>
              <a:ext uri="{FF2B5EF4-FFF2-40B4-BE49-F238E27FC236}">
                <a16:creationId xmlns:a16="http://schemas.microsoft.com/office/drawing/2014/main" id="{E084AF85-42D1-44E7-B039-1C4907456BF3}"/>
              </a:ext>
            </a:extLst>
          </p:cNvPr>
          <p:cNvSpPr>
            <a:spLocks noGrp="1"/>
          </p:cNvSpPr>
          <p:nvPr>
            <p:ph idx="1"/>
          </p:nvPr>
        </p:nvSpPr>
        <p:spPr/>
        <p:txBody>
          <a:bodyPr/>
          <a:lstStyle/>
          <a:p>
            <a:r>
              <a:rPr lang="en-GB" dirty="0"/>
              <a:t>So when are sets useful?</a:t>
            </a:r>
          </a:p>
          <a:p>
            <a:r>
              <a:rPr lang="en-GB" dirty="0"/>
              <a:t>Basically whenever you want a list of elements that should not be duplicated – which is a scenario you may well come across when processing messy data supplied by third parties.</a:t>
            </a:r>
          </a:p>
        </p:txBody>
      </p:sp>
    </p:spTree>
    <p:extLst>
      <p:ext uri="{BB962C8B-B14F-4D97-AF65-F5344CB8AC3E}">
        <p14:creationId xmlns:p14="http://schemas.microsoft.com/office/powerpoint/2010/main" val="953001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720E-96D6-44F8-973B-31544986C3A5}"/>
              </a:ext>
            </a:extLst>
          </p:cNvPr>
          <p:cNvSpPr>
            <a:spLocks noGrp="1"/>
          </p:cNvSpPr>
          <p:nvPr>
            <p:ph type="title"/>
          </p:nvPr>
        </p:nvSpPr>
        <p:spPr/>
        <p:txBody>
          <a:bodyPr/>
          <a:lstStyle/>
          <a:p>
            <a:r>
              <a:rPr lang="en-GB" dirty="0"/>
              <a:t>Other collections in Python</a:t>
            </a:r>
          </a:p>
        </p:txBody>
      </p:sp>
      <p:sp>
        <p:nvSpPr>
          <p:cNvPr id="3" name="Content Placeholder 2">
            <a:extLst>
              <a:ext uri="{FF2B5EF4-FFF2-40B4-BE49-F238E27FC236}">
                <a16:creationId xmlns:a16="http://schemas.microsoft.com/office/drawing/2014/main" id="{E084AF85-42D1-44E7-B039-1C4907456BF3}"/>
              </a:ext>
            </a:extLst>
          </p:cNvPr>
          <p:cNvSpPr>
            <a:spLocks noGrp="1"/>
          </p:cNvSpPr>
          <p:nvPr>
            <p:ph idx="1"/>
          </p:nvPr>
        </p:nvSpPr>
        <p:spPr/>
        <p:txBody>
          <a:bodyPr/>
          <a:lstStyle/>
          <a:p>
            <a:r>
              <a:rPr lang="en-GB" dirty="0"/>
              <a:t>Sets do have some useful functions, for example the union function which returns a set of the contents of two or more sets – you may also use the operator “|” to achieve this:</a:t>
            </a:r>
          </a:p>
        </p:txBody>
      </p:sp>
      <p:pic>
        <p:nvPicPr>
          <p:cNvPr id="5" name="Picture 4">
            <a:extLst>
              <a:ext uri="{FF2B5EF4-FFF2-40B4-BE49-F238E27FC236}">
                <a16:creationId xmlns:a16="http://schemas.microsoft.com/office/drawing/2014/main" id="{B388D13B-72DD-42FB-9B1A-3D6231E811E0}"/>
              </a:ext>
            </a:extLst>
          </p:cNvPr>
          <p:cNvPicPr>
            <a:picLocks noChangeAspect="1"/>
          </p:cNvPicPr>
          <p:nvPr/>
        </p:nvPicPr>
        <p:blipFill>
          <a:blip r:embed="rId2"/>
          <a:stretch>
            <a:fillRect/>
          </a:stretch>
        </p:blipFill>
        <p:spPr>
          <a:xfrm>
            <a:off x="665800" y="2498873"/>
            <a:ext cx="3210373" cy="1324160"/>
          </a:xfrm>
          <a:prstGeom prst="rect">
            <a:avLst/>
          </a:prstGeom>
        </p:spPr>
      </p:pic>
      <p:pic>
        <p:nvPicPr>
          <p:cNvPr id="7" name="Picture 6">
            <a:extLst>
              <a:ext uri="{FF2B5EF4-FFF2-40B4-BE49-F238E27FC236}">
                <a16:creationId xmlns:a16="http://schemas.microsoft.com/office/drawing/2014/main" id="{A342E910-839A-4D9B-8ACB-06C553B83798}"/>
              </a:ext>
            </a:extLst>
          </p:cNvPr>
          <p:cNvPicPr>
            <a:picLocks noChangeAspect="1"/>
          </p:cNvPicPr>
          <p:nvPr/>
        </p:nvPicPr>
        <p:blipFill>
          <a:blip r:embed="rId3"/>
          <a:stretch>
            <a:fillRect/>
          </a:stretch>
        </p:blipFill>
        <p:spPr>
          <a:xfrm>
            <a:off x="4192117" y="3703954"/>
            <a:ext cx="2819794" cy="238158"/>
          </a:xfrm>
          <a:prstGeom prst="rect">
            <a:avLst/>
          </a:prstGeom>
        </p:spPr>
      </p:pic>
      <p:pic>
        <p:nvPicPr>
          <p:cNvPr id="9" name="Picture 8">
            <a:extLst>
              <a:ext uri="{FF2B5EF4-FFF2-40B4-BE49-F238E27FC236}">
                <a16:creationId xmlns:a16="http://schemas.microsoft.com/office/drawing/2014/main" id="{A61AB4CA-BF2F-444F-A90E-2EAFF36F9BBD}"/>
              </a:ext>
            </a:extLst>
          </p:cNvPr>
          <p:cNvPicPr>
            <a:picLocks noChangeAspect="1"/>
          </p:cNvPicPr>
          <p:nvPr/>
        </p:nvPicPr>
        <p:blipFill>
          <a:blip r:embed="rId4"/>
          <a:stretch>
            <a:fillRect/>
          </a:stretch>
        </p:blipFill>
        <p:spPr>
          <a:xfrm>
            <a:off x="713431" y="4027950"/>
            <a:ext cx="3115110" cy="1009791"/>
          </a:xfrm>
          <a:prstGeom prst="rect">
            <a:avLst/>
          </a:prstGeom>
        </p:spPr>
      </p:pic>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51AB7254-7132-4EB2-8E36-25B0564A43D8}"/>
                  </a:ext>
                </a:extLst>
              </p14:cNvPr>
              <p14:cNvContentPartPr/>
              <p14:nvPr/>
            </p14:nvContentPartPr>
            <p14:xfrm>
              <a:off x="1949400" y="3418200"/>
              <a:ext cx="1154160" cy="1548000"/>
            </p14:xfrm>
          </p:contentPart>
        </mc:Choice>
        <mc:Fallback xmlns="">
          <p:pic>
            <p:nvPicPr>
              <p:cNvPr id="4" name="Ink 3">
                <a:extLst>
                  <a:ext uri="{FF2B5EF4-FFF2-40B4-BE49-F238E27FC236}">
                    <a16:creationId xmlns:a16="http://schemas.microsoft.com/office/drawing/2014/main" id="{51AB7254-7132-4EB2-8E36-25B0564A43D8}"/>
                  </a:ext>
                </a:extLst>
              </p:cNvPr>
              <p:cNvPicPr/>
              <p:nvPr/>
            </p:nvPicPr>
            <p:blipFill>
              <a:blip r:embed="rId6"/>
              <a:stretch>
                <a:fillRect/>
              </a:stretch>
            </p:blipFill>
            <p:spPr>
              <a:xfrm>
                <a:off x="1940040" y="3408840"/>
                <a:ext cx="1172880" cy="1566720"/>
              </a:xfrm>
              <a:prstGeom prst="rect">
                <a:avLst/>
              </a:prstGeom>
            </p:spPr>
          </p:pic>
        </mc:Fallback>
      </mc:AlternateContent>
    </p:spTree>
    <p:extLst>
      <p:ext uri="{BB962C8B-B14F-4D97-AF65-F5344CB8AC3E}">
        <p14:creationId xmlns:p14="http://schemas.microsoft.com/office/powerpoint/2010/main" val="1409834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720E-96D6-44F8-973B-31544986C3A5}"/>
              </a:ext>
            </a:extLst>
          </p:cNvPr>
          <p:cNvSpPr>
            <a:spLocks noGrp="1"/>
          </p:cNvSpPr>
          <p:nvPr>
            <p:ph type="title"/>
          </p:nvPr>
        </p:nvSpPr>
        <p:spPr/>
        <p:txBody>
          <a:bodyPr/>
          <a:lstStyle/>
          <a:p>
            <a:r>
              <a:rPr lang="en-GB" dirty="0"/>
              <a:t>Other collections in Python</a:t>
            </a:r>
          </a:p>
        </p:txBody>
      </p:sp>
      <p:sp>
        <p:nvSpPr>
          <p:cNvPr id="3" name="Content Placeholder 2">
            <a:extLst>
              <a:ext uri="{FF2B5EF4-FFF2-40B4-BE49-F238E27FC236}">
                <a16:creationId xmlns:a16="http://schemas.microsoft.com/office/drawing/2014/main" id="{E084AF85-42D1-44E7-B039-1C4907456BF3}"/>
              </a:ext>
            </a:extLst>
          </p:cNvPr>
          <p:cNvSpPr>
            <a:spLocks noGrp="1"/>
          </p:cNvSpPr>
          <p:nvPr>
            <p:ph idx="1"/>
          </p:nvPr>
        </p:nvSpPr>
        <p:spPr/>
        <p:txBody>
          <a:bodyPr/>
          <a:lstStyle/>
          <a:p>
            <a:r>
              <a:rPr lang="en-GB" dirty="0"/>
              <a:t>We also have an intersection function, which returns a set of all elements which are within two or more sets, you may also use the operator “&amp;” to achieve this:</a:t>
            </a:r>
          </a:p>
        </p:txBody>
      </p:sp>
      <p:pic>
        <p:nvPicPr>
          <p:cNvPr id="6" name="Picture 5">
            <a:extLst>
              <a:ext uri="{FF2B5EF4-FFF2-40B4-BE49-F238E27FC236}">
                <a16:creationId xmlns:a16="http://schemas.microsoft.com/office/drawing/2014/main" id="{C4391E74-E6AB-4713-A518-6557BA2BDA37}"/>
              </a:ext>
            </a:extLst>
          </p:cNvPr>
          <p:cNvPicPr>
            <a:picLocks noChangeAspect="1"/>
          </p:cNvPicPr>
          <p:nvPr/>
        </p:nvPicPr>
        <p:blipFill>
          <a:blip r:embed="rId3"/>
          <a:stretch>
            <a:fillRect/>
          </a:stretch>
        </p:blipFill>
        <p:spPr>
          <a:xfrm>
            <a:off x="1334427" y="2745252"/>
            <a:ext cx="3610479" cy="1133633"/>
          </a:xfrm>
          <a:prstGeom prst="rect">
            <a:avLst/>
          </a:prstGeom>
        </p:spPr>
      </p:pic>
      <p:pic>
        <p:nvPicPr>
          <p:cNvPr id="9" name="Picture 8">
            <a:extLst>
              <a:ext uri="{FF2B5EF4-FFF2-40B4-BE49-F238E27FC236}">
                <a16:creationId xmlns:a16="http://schemas.microsoft.com/office/drawing/2014/main" id="{64417DE7-75FD-4D48-B975-F697FE7E634B}"/>
              </a:ext>
            </a:extLst>
          </p:cNvPr>
          <p:cNvPicPr>
            <a:picLocks noChangeAspect="1"/>
          </p:cNvPicPr>
          <p:nvPr/>
        </p:nvPicPr>
        <p:blipFill>
          <a:blip r:embed="rId4"/>
          <a:stretch>
            <a:fillRect/>
          </a:stretch>
        </p:blipFill>
        <p:spPr>
          <a:xfrm>
            <a:off x="5484780" y="3721255"/>
            <a:ext cx="943107" cy="257211"/>
          </a:xfrm>
          <a:prstGeom prst="rect">
            <a:avLst/>
          </a:prstGeom>
        </p:spPr>
      </p:pic>
      <p:pic>
        <p:nvPicPr>
          <p:cNvPr id="11" name="Picture 10">
            <a:extLst>
              <a:ext uri="{FF2B5EF4-FFF2-40B4-BE49-F238E27FC236}">
                <a16:creationId xmlns:a16="http://schemas.microsoft.com/office/drawing/2014/main" id="{17CAF4A1-01AB-42E3-8776-405184E4BF0B}"/>
              </a:ext>
            </a:extLst>
          </p:cNvPr>
          <p:cNvPicPr>
            <a:picLocks noChangeAspect="1"/>
          </p:cNvPicPr>
          <p:nvPr/>
        </p:nvPicPr>
        <p:blipFill>
          <a:blip r:embed="rId5"/>
          <a:stretch>
            <a:fillRect/>
          </a:stretch>
        </p:blipFill>
        <p:spPr>
          <a:xfrm>
            <a:off x="1515427" y="3978466"/>
            <a:ext cx="3429479" cy="1162212"/>
          </a:xfrm>
          <a:prstGeom prst="rect">
            <a:avLst/>
          </a:prstGeom>
        </p:spPr>
      </p:pic>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4F3EAE1C-3CD1-4646-BDE0-67ED055B976C}"/>
                  </a:ext>
                </a:extLst>
              </p14:cNvPr>
              <p14:cNvContentPartPr/>
              <p14:nvPr/>
            </p14:nvContentPartPr>
            <p14:xfrm>
              <a:off x="2610720" y="3603240"/>
              <a:ext cx="1823760" cy="1252440"/>
            </p14:xfrm>
          </p:contentPart>
        </mc:Choice>
        <mc:Fallback xmlns="">
          <p:pic>
            <p:nvPicPr>
              <p:cNvPr id="4" name="Ink 3">
                <a:extLst>
                  <a:ext uri="{FF2B5EF4-FFF2-40B4-BE49-F238E27FC236}">
                    <a16:creationId xmlns:a16="http://schemas.microsoft.com/office/drawing/2014/main" id="{4F3EAE1C-3CD1-4646-BDE0-67ED055B976C}"/>
                  </a:ext>
                </a:extLst>
              </p:cNvPr>
              <p:cNvPicPr/>
              <p:nvPr/>
            </p:nvPicPr>
            <p:blipFill>
              <a:blip r:embed="rId7"/>
              <a:stretch>
                <a:fillRect/>
              </a:stretch>
            </p:blipFill>
            <p:spPr>
              <a:xfrm>
                <a:off x="2601360" y="3593880"/>
                <a:ext cx="1842480" cy="1271160"/>
              </a:xfrm>
              <a:prstGeom prst="rect">
                <a:avLst/>
              </a:prstGeom>
            </p:spPr>
          </p:pic>
        </mc:Fallback>
      </mc:AlternateContent>
    </p:spTree>
    <p:extLst>
      <p:ext uri="{BB962C8B-B14F-4D97-AF65-F5344CB8AC3E}">
        <p14:creationId xmlns:p14="http://schemas.microsoft.com/office/powerpoint/2010/main" val="3677692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720E-96D6-44F8-973B-31544986C3A5}"/>
              </a:ext>
            </a:extLst>
          </p:cNvPr>
          <p:cNvSpPr>
            <a:spLocks noGrp="1"/>
          </p:cNvSpPr>
          <p:nvPr>
            <p:ph type="title"/>
          </p:nvPr>
        </p:nvSpPr>
        <p:spPr/>
        <p:txBody>
          <a:bodyPr/>
          <a:lstStyle/>
          <a:p>
            <a:r>
              <a:rPr lang="en-GB" dirty="0"/>
              <a:t>Other collections in Python</a:t>
            </a:r>
          </a:p>
        </p:txBody>
      </p:sp>
      <p:sp>
        <p:nvSpPr>
          <p:cNvPr id="3" name="Content Placeholder 2">
            <a:extLst>
              <a:ext uri="{FF2B5EF4-FFF2-40B4-BE49-F238E27FC236}">
                <a16:creationId xmlns:a16="http://schemas.microsoft.com/office/drawing/2014/main" id="{E084AF85-42D1-44E7-B039-1C4907456BF3}"/>
              </a:ext>
            </a:extLst>
          </p:cNvPr>
          <p:cNvSpPr>
            <a:spLocks noGrp="1"/>
          </p:cNvSpPr>
          <p:nvPr>
            <p:ph idx="1"/>
          </p:nvPr>
        </p:nvSpPr>
        <p:spPr/>
        <p:txBody>
          <a:bodyPr/>
          <a:lstStyle/>
          <a:p>
            <a:r>
              <a:rPr lang="en-GB" dirty="0"/>
              <a:t>A difference function, which returns the elements that are in one set, but not one or more other sets, this may also be achieved with the “-” operator: </a:t>
            </a:r>
          </a:p>
        </p:txBody>
      </p:sp>
      <p:pic>
        <p:nvPicPr>
          <p:cNvPr id="5" name="Picture 4">
            <a:extLst>
              <a:ext uri="{FF2B5EF4-FFF2-40B4-BE49-F238E27FC236}">
                <a16:creationId xmlns:a16="http://schemas.microsoft.com/office/drawing/2014/main" id="{DB1C7842-4CA2-44AE-BFE1-6A225CFFF5D3}"/>
              </a:ext>
            </a:extLst>
          </p:cNvPr>
          <p:cNvPicPr>
            <a:picLocks noChangeAspect="1"/>
          </p:cNvPicPr>
          <p:nvPr/>
        </p:nvPicPr>
        <p:blipFill>
          <a:blip r:embed="rId3"/>
          <a:stretch>
            <a:fillRect/>
          </a:stretch>
        </p:blipFill>
        <p:spPr>
          <a:xfrm>
            <a:off x="1885553" y="3887034"/>
            <a:ext cx="3096057" cy="1124107"/>
          </a:xfrm>
          <a:prstGeom prst="rect">
            <a:avLst/>
          </a:prstGeom>
        </p:spPr>
      </p:pic>
      <p:pic>
        <p:nvPicPr>
          <p:cNvPr id="8" name="Picture 7">
            <a:extLst>
              <a:ext uri="{FF2B5EF4-FFF2-40B4-BE49-F238E27FC236}">
                <a16:creationId xmlns:a16="http://schemas.microsoft.com/office/drawing/2014/main" id="{B35DA011-86BC-4A26-A704-311A4409FC81}"/>
              </a:ext>
            </a:extLst>
          </p:cNvPr>
          <p:cNvPicPr>
            <a:picLocks noChangeAspect="1"/>
          </p:cNvPicPr>
          <p:nvPr/>
        </p:nvPicPr>
        <p:blipFill>
          <a:blip r:embed="rId4"/>
          <a:stretch>
            <a:fillRect/>
          </a:stretch>
        </p:blipFill>
        <p:spPr>
          <a:xfrm>
            <a:off x="5485874" y="3639349"/>
            <a:ext cx="914528" cy="247685"/>
          </a:xfrm>
          <a:prstGeom prst="rect">
            <a:avLst/>
          </a:prstGeom>
        </p:spPr>
      </p:pic>
      <p:pic>
        <p:nvPicPr>
          <p:cNvPr id="11" name="Picture 10">
            <a:extLst>
              <a:ext uri="{FF2B5EF4-FFF2-40B4-BE49-F238E27FC236}">
                <a16:creationId xmlns:a16="http://schemas.microsoft.com/office/drawing/2014/main" id="{10C80643-3E3C-4C1B-BB7A-19CBDC15BF0B}"/>
              </a:ext>
            </a:extLst>
          </p:cNvPr>
          <p:cNvPicPr>
            <a:picLocks noChangeAspect="1"/>
          </p:cNvPicPr>
          <p:nvPr/>
        </p:nvPicPr>
        <p:blipFill>
          <a:blip r:embed="rId5"/>
          <a:stretch>
            <a:fillRect/>
          </a:stretch>
        </p:blipFill>
        <p:spPr>
          <a:xfrm>
            <a:off x="1677025" y="2629558"/>
            <a:ext cx="3362794" cy="1009791"/>
          </a:xfrm>
          <a:prstGeom prst="rect">
            <a:avLst/>
          </a:prstGeom>
        </p:spPr>
      </p:pic>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8053B00D-6CF6-4CFD-A354-6A0A7421CE4C}"/>
                  </a:ext>
                </a:extLst>
              </p14:cNvPr>
              <p14:cNvContentPartPr/>
              <p14:nvPr/>
            </p14:nvContentPartPr>
            <p14:xfrm>
              <a:off x="2930040" y="3536280"/>
              <a:ext cx="1043640" cy="996480"/>
            </p14:xfrm>
          </p:contentPart>
        </mc:Choice>
        <mc:Fallback xmlns="">
          <p:pic>
            <p:nvPicPr>
              <p:cNvPr id="4" name="Ink 3">
                <a:extLst>
                  <a:ext uri="{FF2B5EF4-FFF2-40B4-BE49-F238E27FC236}">
                    <a16:creationId xmlns:a16="http://schemas.microsoft.com/office/drawing/2014/main" id="{8053B00D-6CF6-4CFD-A354-6A0A7421CE4C}"/>
                  </a:ext>
                </a:extLst>
              </p:cNvPr>
              <p:cNvPicPr/>
              <p:nvPr/>
            </p:nvPicPr>
            <p:blipFill>
              <a:blip r:embed="rId7"/>
              <a:stretch>
                <a:fillRect/>
              </a:stretch>
            </p:blipFill>
            <p:spPr>
              <a:xfrm>
                <a:off x="2920680" y="3526920"/>
                <a:ext cx="1062360" cy="1015200"/>
              </a:xfrm>
              <a:prstGeom prst="rect">
                <a:avLst/>
              </a:prstGeom>
            </p:spPr>
          </p:pic>
        </mc:Fallback>
      </mc:AlternateContent>
    </p:spTree>
    <p:extLst>
      <p:ext uri="{BB962C8B-B14F-4D97-AF65-F5344CB8AC3E}">
        <p14:creationId xmlns:p14="http://schemas.microsoft.com/office/powerpoint/2010/main" val="2984622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F1785-FC9F-4D6D-821B-F0FDEEC27110}"/>
              </a:ext>
            </a:extLst>
          </p:cNvPr>
          <p:cNvSpPr>
            <a:spLocks noGrp="1"/>
          </p:cNvSpPr>
          <p:nvPr>
            <p:ph type="title"/>
          </p:nvPr>
        </p:nvSpPr>
        <p:spPr/>
        <p:txBody>
          <a:bodyPr/>
          <a:lstStyle/>
          <a:p>
            <a:r>
              <a:rPr lang="en-GB" dirty="0"/>
              <a:t>Other types and other functions</a:t>
            </a:r>
          </a:p>
        </p:txBody>
      </p:sp>
      <p:sp>
        <p:nvSpPr>
          <p:cNvPr id="3" name="Content Placeholder 2">
            <a:extLst>
              <a:ext uri="{FF2B5EF4-FFF2-40B4-BE49-F238E27FC236}">
                <a16:creationId xmlns:a16="http://schemas.microsoft.com/office/drawing/2014/main" id="{8072E0D7-7011-40FD-99E5-CDA838A40F8A}"/>
              </a:ext>
            </a:extLst>
          </p:cNvPr>
          <p:cNvSpPr>
            <a:spLocks noGrp="1"/>
          </p:cNvSpPr>
          <p:nvPr>
            <p:ph idx="1"/>
          </p:nvPr>
        </p:nvSpPr>
        <p:spPr/>
        <p:txBody>
          <a:bodyPr>
            <a:normAutofit fontScale="85000" lnSpcReduction="20000"/>
          </a:bodyPr>
          <a:lstStyle/>
          <a:p>
            <a:r>
              <a:rPr lang="en-GB" dirty="0"/>
              <a:t>Information on other types available in python, as well as additional functions available on these described and other undescribed types, are available </a:t>
            </a:r>
            <a:r>
              <a:rPr lang="en-GB" dirty="0">
                <a:hlinkClick r:id="rId2"/>
              </a:rPr>
              <a:t>here</a:t>
            </a:r>
            <a:r>
              <a:rPr lang="en-GB" dirty="0"/>
              <a:t>.</a:t>
            </a:r>
          </a:p>
          <a:p>
            <a:r>
              <a:rPr lang="en-GB" dirty="0"/>
              <a:t>We simply don’t have time to go over every single type, or even every single function on limited types, in this module – and in any case no programmer you will ever find has these things memorised – references such as the python docs or programming books, or the auto-complete in IDE’s, are what we use to look these up</a:t>
            </a:r>
          </a:p>
          <a:p>
            <a:r>
              <a:rPr lang="en-GB" dirty="0"/>
              <a:t>This is why it’s essential that you gain an understanding of programming terminology, common approaches to problems, and get really pro-active about problem solving using documentation to guide you – that is the essence of developing into a great programmer</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0EEBA6B4-F46C-4CBB-8B0B-78A84B7C51FB}"/>
                  </a:ext>
                </a:extLst>
              </p14:cNvPr>
              <p14:cNvContentPartPr/>
              <p14:nvPr/>
            </p14:nvContentPartPr>
            <p14:xfrm>
              <a:off x="4052160" y="2405880"/>
              <a:ext cx="646200" cy="16200"/>
            </p14:xfrm>
          </p:contentPart>
        </mc:Choice>
        <mc:Fallback xmlns="">
          <p:pic>
            <p:nvPicPr>
              <p:cNvPr id="4" name="Ink 3">
                <a:extLst>
                  <a:ext uri="{FF2B5EF4-FFF2-40B4-BE49-F238E27FC236}">
                    <a16:creationId xmlns:a16="http://schemas.microsoft.com/office/drawing/2014/main" id="{0EEBA6B4-F46C-4CBB-8B0B-78A84B7C51FB}"/>
                  </a:ext>
                </a:extLst>
              </p:cNvPr>
              <p:cNvPicPr/>
              <p:nvPr/>
            </p:nvPicPr>
            <p:blipFill>
              <a:blip r:embed="rId4"/>
              <a:stretch>
                <a:fillRect/>
              </a:stretch>
            </p:blipFill>
            <p:spPr>
              <a:xfrm>
                <a:off x="4042800" y="2396520"/>
                <a:ext cx="664920" cy="34920"/>
              </a:xfrm>
              <a:prstGeom prst="rect">
                <a:avLst/>
              </a:prstGeom>
            </p:spPr>
          </p:pic>
        </mc:Fallback>
      </mc:AlternateContent>
    </p:spTree>
    <p:extLst>
      <p:ext uri="{BB962C8B-B14F-4D97-AF65-F5344CB8AC3E}">
        <p14:creationId xmlns:p14="http://schemas.microsoft.com/office/powerpoint/2010/main" val="14764700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F1785-FC9F-4D6D-821B-F0FDEEC27110}"/>
              </a:ext>
            </a:extLst>
          </p:cNvPr>
          <p:cNvSpPr>
            <a:spLocks noGrp="1"/>
          </p:cNvSpPr>
          <p:nvPr>
            <p:ph type="title"/>
          </p:nvPr>
        </p:nvSpPr>
        <p:spPr/>
        <p:txBody>
          <a:bodyPr/>
          <a:lstStyle/>
          <a:p>
            <a:r>
              <a:rPr lang="en-GB" dirty="0"/>
              <a:t>Tutorial</a:t>
            </a:r>
          </a:p>
        </p:txBody>
      </p:sp>
      <p:sp>
        <p:nvSpPr>
          <p:cNvPr id="3" name="Content Placeholder 2">
            <a:extLst>
              <a:ext uri="{FF2B5EF4-FFF2-40B4-BE49-F238E27FC236}">
                <a16:creationId xmlns:a16="http://schemas.microsoft.com/office/drawing/2014/main" id="{8072E0D7-7011-40FD-99E5-CDA838A40F8A}"/>
              </a:ext>
            </a:extLst>
          </p:cNvPr>
          <p:cNvSpPr>
            <a:spLocks noGrp="1"/>
          </p:cNvSpPr>
          <p:nvPr>
            <p:ph idx="1"/>
          </p:nvPr>
        </p:nvSpPr>
        <p:spPr/>
        <p:txBody>
          <a:bodyPr>
            <a:normAutofit fontScale="92500" lnSpcReduction="20000"/>
          </a:bodyPr>
          <a:lstStyle/>
          <a:p>
            <a:r>
              <a:rPr lang="en-GB" dirty="0"/>
              <a:t>Write a function, which will take two </a:t>
            </a:r>
            <a:r>
              <a:rPr lang="en-GB" i="1" dirty="0" err="1"/>
              <a:t>iterables</a:t>
            </a:r>
            <a:r>
              <a:rPr lang="en-GB" dirty="0"/>
              <a:t> as parameters, and return as a </a:t>
            </a:r>
            <a:r>
              <a:rPr lang="en-GB" i="1" dirty="0"/>
              <a:t>list</a:t>
            </a:r>
            <a:r>
              <a:rPr lang="en-GB" dirty="0"/>
              <a:t>, all of the elements that are contained in both </a:t>
            </a:r>
            <a:r>
              <a:rPr lang="en-GB" i="1" dirty="0" err="1"/>
              <a:t>iterables</a:t>
            </a:r>
            <a:endParaRPr lang="en-GB" i="1" dirty="0"/>
          </a:p>
          <a:p>
            <a:r>
              <a:rPr lang="en-GB" dirty="0"/>
              <a:t>Write some python code, which will store in an appropriate data structure, the (made up) personal details of 5 individuals (first name, last name and age), including at least two that are identical</a:t>
            </a:r>
          </a:p>
          <a:p>
            <a:r>
              <a:rPr lang="en-GB" dirty="0"/>
              <a:t>Then write some further code, which will remove any duplicates from that data structure</a:t>
            </a:r>
          </a:p>
          <a:p>
            <a:r>
              <a:rPr lang="en-GB" dirty="0"/>
              <a:t>If you complete these tasks, proceed to some of the course resources for python exercises such as project </a:t>
            </a:r>
            <a:r>
              <a:rPr lang="en-GB" dirty="0" err="1"/>
              <a:t>euler</a:t>
            </a:r>
            <a:r>
              <a:rPr lang="en-GB" dirty="0"/>
              <a:t>, and start to work on </a:t>
            </a:r>
            <a:r>
              <a:rPr lang="en-GB"/>
              <a:t>those exercises</a:t>
            </a:r>
            <a:endParaRPr lang="en-GB"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F93F02B-E356-483A-8C20-A0C02556D757}"/>
                  </a:ext>
                </a:extLst>
              </p14:cNvPr>
              <p14:cNvContentPartPr/>
              <p14:nvPr/>
            </p14:nvContentPartPr>
            <p14:xfrm>
              <a:off x="4528800" y="1307520"/>
              <a:ext cx="4989600" cy="594720"/>
            </p14:xfrm>
          </p:contentPart>
        </mc:Choice>
        <mc:Fallback xmlns="">
          <p:pic>
            <p:nvPicPr>
              <p:cNvPr id="4" name="Ink 3">
                <a:extLst>
                  <a:ext uri="{FF2B5EF4-FFF2-40B4-BE49-F238E27FC236}">
                    <a16:creationId xmlns:a16="http://schemas.microsoft.com/office/drawing/2014/main" id="{3F93F02B-E356-483A-8C20-A0C02556D757}"/>
                  </a:ext>
                </a:extLst>
              </p:cNvPr>
              <p:cNvPicPr/>
              <p:nvPr/>
            </p:nvPicPr>
            <p:blipFill>
              <a:blip r:embed="rId3"/>
              <a:stretch>
                <a:fillRect/>
              </a:stretch>
            </p:blipFill>
            <p:spPr>
              <a:xfrm>
                <a:off x="4519440" y="1298160"/>
                <a:ext cx="5008320" cy="613440"/>
              </a:xfrm>
              <a:prstGeom prst="rect">
                <a:avLst/>
              </a:prstGeom>
            </p:spPr>
          </p:pic>
        </mc:Fallback>
      </mc:AlternateContent>
    </p:spTree>
    <p:extLst>
      <p:ext uri="{BB962C8B-B14F-4D97-AF65-F5344CB8AC3E}">
        <p14:creationId xmlns:p14="http://schemas.microsoft.com/office/powerpoint/2010/main" val="2472646796"/>
      </p:ext>
    </p:extLst>
  </p:cSld>
  <p:clrMapOvr>
    <a:masterClrMapping/>
  </p:clrMapOvr>
</p:sld>
</file>

<file path=ppt/theme/theme1.xml><?xml version="1.0" encoding="utf-8"?>
<a:theme xmlns:a="http://schemas.openxmlformats.org/drawingml/2006/main" name="Blueprint Plan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ueprint Plans-4: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tandard-4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TotalTime>
  <Words>1540</Words>
  <Application>Microsoft Office PowerPoint</Application>
  <PresentationFormat>Custom</PresentationFormat>
  <Paragraphs>84</Paragraphs>
  <Slides>26</Slides>
  <Notes>3</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26</vt:i4>
      </vt:variant>
    </vt:vector>
  </HeadingPairs>
  <TitlesOfParts>
    <vt:vector size="32" baseType="lpstr">
      <vt:lpstr>Arial</vt:lpstr>
      <vt:lpstr>Calibri</vt:lpstr>
      <vt:lpstr>Liberation Sans</vt:lpstr>
      <vt:lpstr>Blueprint Plans</vt:lpstr>
      <vt:lpstr>Blueprint Plans-4:3</vt:lpstr>
      <vt:lpstr>Standard-43</vt:lpstr>
      <vt:lpstr>CT7201 Python Notebooks and Scripting</vt:lpstr>
      <vt:lpstr>Multidimensional lists in Python</vt:lpstr>
      <vt:lpstr>Multidimensional lists in Python</vt:lpstr>
      <vt:lpstr>Dictionaries in Python</vt:lpstr>
      <vt:lpstr>Dictionaries in Python</vt:lpstr>
      <vt:lpstr>Dictionaries in Python</vt:lpstr>
      <vt:lpstr>Dictionaries in Python</vt:lpstr>
      <vt:lpstr>Dictionaries in Python</vt:lpstr>
      <vt:lpstr>Dictionaries in Python</vt:lpstr>
      <vt:lpstr>Dictionaries in Python</vt:lpstr>
      <vt:lpstr>Dictionaries in Python</vt:lpstr>
      <vt:lpstr>Dictionaries in Python</vt:lpstr>
      <vt:lpstr>A word on performance</vt:lpstr>
      <vt:lpstr>Other collections in Python</vt:lpstr>
      <vt:lpstr>Other collections in Python</vt:lpstr>
      <vt:lpstr>Other collections in Python</vt:lpstr>
      <vt:lpstr>Other collections in Python</vt:lpstr>
      <vt:lpstr>Other collections in Python</vt:lpstr>
      <vt:lpstr>Other collections in Python</vt:lpstr>
      <vt:lpstr>Other collections in Python</vt:lpstr>
      <vt:lpstr>Other collections in Python</vt:lpstr>
      <vt:lpstr>Other collections in Python</vt:lpstr>
      <vt:lpstr>Other collections in Python</vt:lpstr>
      <vt:lpstr>Other collections in Python</vt:lpstr>
      <vt:lpstr>Other types and other functions</vt:lpstr>
      <vt:lpstr>Tutorial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Blueprint Plans</dc:title>
  <dc:creator>William Sayers</dc:creator>
  <cp:lastModifiedBy>William Sayers</cp:lastModifiedBy>
  <cp:revision>29</cp:revision>
  <dcterms:created xsi:type="dcterms:W3CDTF">2020-12-27T17:30:23Z</dcterms:created>
  <dcterms:modified xsi:type="dcterms:W3CDTF">2022-02-09T20:31:28Z</dcterms:modified>
</cp:coreProperties>
</file>